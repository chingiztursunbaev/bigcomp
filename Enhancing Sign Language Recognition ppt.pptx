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2" r:id="rId2"/>
    <p:sldMasterId id="2147483681" r:id="rId3"/>
  </p:sldMasterIdLst>
  <p:notesMasterIdLst>
    <p:notesMasterId r:id="rId13"/>
  </p:notesMasterIdLst>
  <p:sldIdLst>
    <p:sldId id="256" r:id="rId4"/>
    <p:sldId id="260" r:id="rId5"/>
    <p:sldId id="257" r:id="rId6"/>
    <p:sldId id="258" r:id="rId7"/>
    <p:sldId id="259" r:id="rId8"/>
    <p:sldId id="261" r:id="rId9"/>
    <p:sldId id="262" r:id="rId10"/>
    <p:sldId id="263" r:id="rId11"/>
    <p:sldId id="264" r:id="rId12"/>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4660"/>
  </p:normalViewPr>
  <p:slideViewPr>
    <p:cSldViewPr snapToGrid="0" showGuides="1">
      <p:cViewPr varScale="1">
        <p:scale>
          <a:sx n="150" d="100"/>
          <a:sy n="150" d="100"/>
        </p:scale>
        <p:origin x="624" y="6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notesMaster" Target="notesMasters/notesMaster1.xml"/><Relationship Id="rId3" Type="http://schemas.openxmlformats.org/officeDocument/2006/relationships/slideMaster" Target="slideMasters/slideMaster3.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viewProps" Target="viewProps.xml"/><Relationship Id="rId10" Type="http://schemas.openxmlformats.org/officeDocument/2006/relationships/slide" Target="slides/slide7.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5723446-675B-428F-9CA7-50435E5B50BE}" type="datetimeFigureOut">
              <a:rPr lang="en-US" smtClean="0"/>
              <a:t>1/30/2026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604B7F-BA7E-419E-B29A-BA07580B4A70}" type="slidenum">
              <a:rPr lang="en-US" smtClean="0"/>
              <a:t>‹#›</a:t>
            </a:fld>
            <a:endParaRPr lang="en-US"/>
          </a:p>
        </p:txBody>
      </p:sp>
    </p:spTree>
    <p:extLst>
      <p:ext uri="{BB962C8B-B14F-4D97-AF65-F5344CB8AC3E}">
        <p14:creationId xmlns:p14="http://schemas.microsoft.com/office/powerpoint/2010/main" val="22942914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Chingiz Tursunbaev from </a:t>
            </a:r>
            <a:r>
              <a:rPr lang="en-US" dirty="0" err="1"/>
              <a:t>Inha</a:t>
            </a:r>
            <a:r>
              <a:rPr lang="en-US" dirty="0"/>
              <a:t> University. Today, I’m presenting our work on resolving one of the biggest bottlenecks in Sign Language Recognition: the trade-off between high accuracy and computational efficiency.</a:t>
            </a:r>
          </a:p>
        </p:txBody>
      </p:sp>
      <p:sp>
        <p:nvSpPr>
          <p:cNvPr id="4" name="Slide Number Placeholder 3"/>
          <p:cNvSpPr>
            <a:spLocks noGrp="1"/>
          </p:cNvSpPr>
          <p:nvPr>
            <p:ph type="sldNum" sz="quarter" idx="5"/>
          </p:nvPr>
        </p:nvSpPr>
        <p:spPr/>
        <p:txBody>
          <a:bodyPr/>
          <a:lstStyle/>
          <a:p>
            <a:fld id="{A9604B7F-BA7E-419E-B29A-BA07580B4A70}" type="slidenum">
              <a:rPr lang="en-US" smtClean="0"/>
              <a:t>1</a:t>
            </a:fld>
            <a:endParaRPr lang="en-US"/>
          </a:p>
        </p:txBody>
      </p:sp>
    </p:spTree>
    <p:extLst>
      <p:ext uri="{BB962C8B-B14F-4D97-AF65-F5344CB8AC3E}">
        <p14:creationId xmlns:p14="http://schemas.microsoft.com/office/powerpoint/2010/main" val="21562289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look at the current state of SLR, we see a gap. On one side, we have models achieving high accuracy, but they rely on computationally expensive techniques like Optical Flow. On the other side, we have efficient models that fail when a signer moves their hands too fast or occludes them. We wanted to find a middle ground: how can we capture complex dynamics without the heavy computational overhead?</a:t>
            </a:r>
          </a:p>
        </p:txBody>
      </p:sp>
      <p:sp>
        <p:nvSpPr>
          <p:cNvPr id="4" name="Slide Number Placeholder 3"/>
          <p:cNvSpPr>
            <a:spLocks noGrp="1"/>
          </p:cNvSpPr>
          <p:nvPr>
            <p:ph type="sldNum" sz="quarter" idx="5"/>
          </p:nvPr>
        </p:nvSpPr>
        <p:spPr/>
        <p:txBody>
          <a:bodyPr/>
          <a:lstStyle/>
          <a:p>
            <a:fld id="{A9604B7F-BA7E-419E-B29A-BA07580B4A70}" type="slidenum">
              <a:rPr lang="en-US" smtClean="0"/>
              <a:t>2</a:t>
            </a:fld>
            <a:endParaRPr lang="en-US"/>
          </a:p>
        </p:txBody>
      </p:sp>
    </p:spTree>
    <p:extLst>
      <p:ext uri="{BB962C8B-B14F-4D97-AF65-F5344CB8AC3E}">
        <p14:creationId xmlns:p14="http://schemas.microsoft.com/office/powerpoint/2010/main" val="6913774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solution draws inspiration from the Doppler effect. In physics, motion shifts frequency. In our computer vision analog, we treat frame-to-frame differences as our 'Doppler signal.' By simply calculating the absolute difference between frames, we instantly suppress static backgrounds—like walls or furniture—and highlight only the active regions of motion. It effectively turns motion blur, which is usually a problem, into a strong feature.</a:t>
            </a:r>
          </a:p>
        </p:txBody>
      </p:sp>
      <p:sp>
        <p:nvSpPr>
          <p:cNvPr id="4" name="Slide Number Placeholder 3"/>
          <p:cNvSpPr>
            <a:spLocks noGrp="1"/>
          </p:cNvSpPr>
          <p:nvPr>
            <p:ph type="sldNum" sz="quarter" idx="5"/>
          </p:nvPr>
        </p:nvSpPr>
        <p:spPr/>
        <p:txBody>
          <a:bodyPr/>
          <a:lstStyle/>
          <a:p>
            <a:fld id="{A9604B7F-BA7E-419E-B29A-BA07580B4A70}" type="slidenum">
              <a:rPr lang="en-US" smtClean="0"/>
              <a:t>3</a:t>
            </a:fld>
            <a:endParaRPr lang="en-US"/>
          </a:p>
        </p:txBody>
      </p:sp>
    </p:spTree>
    <p:extLst>
      <p:ext uri="{BB962C8B-B14F-4D97-AF65-F5344CB8AC3E}">
        <p14:creationId xmlns:p14="http://schemas.microsoft.com/office/powerpoint/2010/main" val="6724885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designed a Multi-Stream Architecture that fuses three distinct modalities. We have the standard RGB video for texture, a Keypoint stream for structural details, and our novel Doppler stream for dynamics. Crucially, these streams learn independently before being fused, ensuring that the network captures complementary features: texture, structure, and movement.</a:t>
            </a:r>
          </a:p>
        </p:txBody>
      </p:sp>
      <p:sp>
        <p:nvSpPr>
          <p:cNvPr id="4" name="Slide Number Placeholder 3"/>
          <p:cNvSpPr>
            <a:spLocks noGrp="1"/>
          </p:cNvSpPr>
          <p:nvPr>
            <p:ph type="sldNum" sz="quarter" idx="5"/>
          </p:nvPr>
        </p:nvSpPr>
        <p:spPr/>
        <p:txBody>
          <a:bodyPr/>
          <a:lstStyle/>
          <a:p>
            <a:fld id="{A9604B7F-BA7E-419E-B29A-BA07580B4A70}" type="slidenum">
              <a:rPr lang="en-US" smtClean="0"/>
              <a:t>4</a:t>
            </a:fld>
            <a:endParaRPr lang="en-US"/>
          </a:p>
        </p:txBody>
      </p:sp>
    </p:spTree>
    <p:extLst>
      <p:ext uri="{BB962C8B-B14F-4D97-AF65-F5344CB8AC3E}">
        <p14:creationId xmlns:p14="http://schemas.microsoft.com/office/powerpoint/2010/main" val="40696955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beauty of this approach lies in its efficiency. While Optical Flow requires heavy optimization, our frame differencing is a constant time operation. As you can see in this visualization, the raw joint trajectory on the left is noisy. The Doppler-enhanced trajectory on the right smooths this out, emphasizing the true directional flow of the gesture.</a:t>
            </a:r>
          </a:p>
        </p:txBody>
      </p:sp>
      <p:sp>
        <p:nvSpPr>
          <p:cNvPr id="4" name="Slide Number Placeholder 3"/>
          <p:cNvSpPr>
            <a:spLocks noGrp="1"/>
          </p:cNvSpPr>
          <p:nvPr>
            <p:ph type="sldNum" sz="quarter" idx="5"/>
          </p:nvPr>
        </p:nvSpPr>
        <p:spPr/>
        <p:txBody>
          <a:bodyPr/>
          <a:lstStyle/>
          <a:p>
            <a:fld id="{A9604B7F-BA7E-419E-B29A-BA07580B4A70}" type="slidenum">
              <a:rPr lang="en-US" smtClean="0"/>
              <a:t>5</a:t>
            </a:fld>
            <a:endParaRPr lang="en-US"/>
          </a:p>
        </p:txBody>
      </p:sp>
    </p:spTree>
    <p:extLst>
      <p:ext uri="{BB962C8B-B14F-4D97-AF65-F5344CB8AC3E}">
        <p14:creationId xmlns:p14="http://schemas.microsoft.com/office/powerpoint/2010/main" val="3290586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this on the standard benchmarks, Phoenix-2014 and CSL-Daily. We achieved a State-of-the-Art Word Error Rate of 18.05%. Our ablation study confirmed that adding the Doppler stream provided that critical boost in accuracy, proving that explicit motion modeling captures semantic cues that RGB frames alone might miss.</a:t>
            </a:r>
          </a:p>
        </p:txBody>
      </p:sp>
      <p:sp>
        <p:nvSpPr>
          <p:cNvPr id="4" name="Slide Number Placeholder 3"/>
          <p:cNvSpPr>
            <a:spLocks noGrp="1"/>
          </p:cNvSpPr>
          <p:nvPr>
            <p:ph type="sldNum" sz="quarter" idx="5"/>
          </p:nvPr>
        </p:nvSpPr>
        <p:spPr/>
        <p:txBody>
          <a:bodyPr/>
          <a:lstStyle/>
          <a:p>
            <a:fld id="{A9604B7F-BA7E-419E-B29A-BA07580B4A70}" type="slidenum">
              <a:rPr lang="en-US" smtClean="0"/>
              <a:t>6</a:t>
            </a:fld>
            <a:endParaRPr lang="en-US"/>
          </a:p>
        </p:txBody>
      </p:sp>
    </p:spTree>
    <p:extLst>
      <p:ext uri="{BB962C8B-B14F-4D97-AF65-F5344CB8AC3E}">
        <p14:creationId xmlns:p14="http://schemas.microsoft.com/office/powerpoint/2010/main" val="42076168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the most significant result isn't just the accuracy—it's the efficiency. Our model requires only 120 GFLOPs, which is a 77% reduction compared to competitive models like the ICASSP '24 entry. Furthermore, we found our model is more robust. In 'Rapid' gesture scenarios, where motion blur usually confuses a model, our Doppler stream actually thrives because the blur intensity correlates with velocity, helping the network attend to fast-moving hands.</a:t>
            </a:r>
          </a:p>
        </p:txBody>
      </p:sp>
      <p:sp>
        <p:nvSpPr>
          <p:cNvPr id="4" name="Slide Number Placeholder 3"/>
          <p:cNvSpPr>
            <a:spLocks noGrp="1"/>
          </p:cNvSpPr>
          <p:nvPr>
            <p:ph type="sldNum" sz="quarter" idx="5"/>
          </p:nvPr>
        </p:nvSpPr>
        <p:spPr/>
        <p:txBody>
          <a:bodyPr/>
          <a:lstStyle/>
          <a:p>
            <a:fld id="{A9604B7F-BA7E-419E-B29A-BA07580B4A70}" type="slidenum">
              <a:rPr lang="en-US" smtClean="0"/>
              <a:t>7</a:t>
            </a:fld>
            <a:endParaRPr lang="en-US"/>
          </a:p>
        </p:txBody>
      </p:sp>
    </p:spTree>
    <p:extLst>
      <p:ext uri="{BB962C8B-B14F-4D97-AF65-F5344CB8AC3E}">
        <p14:creationId xmlns:p14="http://schemas.microsoft.com/office/powerpoint/2010/main" val="7947527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we have demonstrated that simple frame-difference heatmaps can serve as a powerful proxy for complex motion dynamics. We achieved state-of-the-art results while keeping the model light enough for real-world application. Moving forward, we aim to bring this efficiency to mobile devices and expand into full Sign Language Translation.</a:t>
            </a:r>
          </a:p>
        </p:txBody>
      </p:sp>
      <p:sp>
        <p:nvSpPr>
          <p:cNvPr id="4" name="Slide Number Placeholder 3"/>
          <p:cNvSpPr>
            <a:spLocks noGrp="1"/>
          </p:cNvSpPr>
          <p:nvPr>
            <p:ph type="sldNum" sz="quarter" idx="5"/>
          </p:nvPr>
        </p:nvSpPr>
        <p:spPr/>
        <p:txBody>
          <a:bodyPr/>
          <a:lstStyle/>
          <a:p>
            <a:fld id="{A9604B7F-BA7E-419E-B29A-BA07580B4A70}" type="slidenum">
              <a:rPr lang="en-US" smtClean="0"/>
              <a:t>8</a:t>
            </a:fld>
            <a:endParaRPr lang="en-US"/>
          </a:p>
        </p:txBody>
      </p:sp>
    </p:spTree>
    <p:extLst>
      <p:ext uri="{BB962C8B-B14F-4D97-AF65-F5344CB8AC3E}">
        <p14:creationId xmlns:p14="http://schemas.microsoft.com/office/powerpoint/2010/main" val="26557499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14BD92-2852-C01E-0D13-D8DD2A7A191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55492E2-05DC-3F93-5490-1BF8C8B4325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7426EEF-7F36-DBA5-5E32-011C448A571C}"/>
              </a:ext>
            </a:extLst>
          </p:cNvPr>
          <p:cNvSpPr>
            <a:spLocks noGrp="1"/>
          </p:cNvSpPr>
          <p:nvPr>
            <p:ph type="dt" sz="half" idx="10"/>
          </p:nvPr>
        </p:nvSpPr>
        <p:spPr/>
        <p:txBody>
          <a:bodyPr/>
          <a:lstStyle/>
          <a:p>
            <a:fld id="{F021CF01-A0E6-4A7F-BE5B-3DC7CD927776}" type="datetimeFigureOut">
              <a:rPr lang="en-US" smtClean="0"/>
              <a:t>1/30/2026</a:t>
            </a:fld>
            <a:endParaRPr lang="en-US"/>
          </a:p>
        </p:txBody>
      </p:sp>
      <p:sp>
        <p:nvSpPr>
          <p:cNvPr id="5" name="Footer Placeholder 4">
            <a:extLst>
              <a:ext uri="{FF2B5EF4-FFF2-40B4-BE49-F238E27FC236}">
                <a16:creationId xmlns:a16="http://schemas.microsoft.com/office/drawing/2014/main" id="{F565C80C-5331-DF92-4A32-20897DC311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8635E4F-2CCB-8119-0B8C-6EDEBAE921E8}"/>
              </a:ext>
            </a:extLst>
          </p:cNvPr>
          <p:cNvSpPr>
            <a:spLocks noGrp="1"/>
          </p:cNvSpPr>
          <p:nvPr>
            <p:ph type="sldNum" sz="quarter" idx="12"/>
          </p:nvPr>
        </p:nvSpPr>
        <p:spPr/>
        <p:txBody>
          <a:bodyPr/>
          <a:lstStyle/>
          <a:p>
            <a:fld id="{64B3660E-7EFD-4385-8015-8E89A972BEB3}" type="slidenum">
              <a:rPr lang="en-US" smtClean="0"/>
              <a:t>‹#›</a:t>
            </a:fld>
            <a:endParaRPr lang="en-US"/>
          </a:p>
        </p:txBody>
      </p:sp>
    </p:spTree>
    <p:extLst>
      <p:ext uri="{BB962C8B-B14F-4D97-AF65-F5344CB8AC3E}">
        <p14:creationId xmlns:p14="http://schemas.microsoft.com/office/powerpoint/2010/main" val="19030721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78B2D3-91D1-9A0D-0D1E-449FB0160DE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EE99D20-4058-A3ED-AB6D-05A8A5B87B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2E8C71-F633-9922-7D82-9FA29E6C9163}"/>
              </a:ext>
            </a:extLst>
          </p:cNvPr>
          <p:cNvSpPr>
            <a:spLocks noGrp="1"/>
          </p:cNvSpPr>
          <p:nvPr>
            <p:ph type="dt" sz="half" idx="10"/>
          </p:nvPr>
        </p:nvSpPr>
        <p:spPr/>
        <p:txBody>
          <a:bodyPr/>
          <a:lstStyle/>
          <a:p>
            <a:fld id="{F021CF01-A0E6-4A7F-BE5B-3DC7CD927776}" type="datetimeFigureOut">
              <a:rPr lang="en-US" smtClean="0"/>
              <a:t>1/30/2026</a:t>
            </a:fld>
            <a:endParaRPr lang="en-US"/>
          </a:p>
        </p:txBody>
      </p:sp>
      <p:sp>
        <p:nvSpPr>
          <p:cNvPr id="5" name="Footer Placeholder 4">
            <a:extLst>
              <a:ext uri="{FF2B5EF4-FFF2-40B4-BE49-F238E27FC236}">
                <a16:creationId xmlns:a16="http://schemas.microsoft.com/office/drawing/2014/main" id="{64FD8439-1887-B98D-3852-81A56AFCBD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4D0D46D-9288-FD35-54AA-A6D224A40457}"/>
              </a:ext>
            </a:extLst>
          </p:cNvPr>
          <p:cNvSpPr>
            <a:spLocks noGrp="1"/>
          </p:cNvSpPr>
          <p:nvPr>
            <p:ph type="sldNum" sz="quarter" idx="12"/>
          </p:nvPr>
        </p:nvSpPr>
        <p:spPr/>
        <p:txBody>
          <a:bodyPr/>
          <a:lstStyle/>
          <a:p>
            <a:fld id="{64B3660E-7EFD-4385-8015-8E89A972BEB3}" type="slidenum">
              <a:rPr lang="en-US" smtClean="0"/>
              <a:t>‹#›</a:t>
            </a:fld>
            <a:endParaRPr lang="en-US"/>
          </a:p>
        </p:txBody>
      </p:sp>
    </p:spTree>
    <p:extLst>
      <p:ext uri="{BB962C8B-B14F-4D97-AF65-F5344CB8AC3E}">
        <p14:creationId xmlns:p14="http://schemas.microsoft.com/office/powerpoint/2010/main" val="33473841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33742A-54C4-3319-1A12-607721B876F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AB8AD20-21E0-0A64-4A33-A3888BAEC9C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ED2F385-E9E1-3642-061B-C23CFF916AD7}"/>
              </a:ext>
            </a:extLst>
          </p:cNvPr>
          <p:cNvSpPr>
            <a:spLocks noGrp="1"/>
          </p:cNvSpPr>
          <p:nvPr>
            <p:ph type="dt" sz="half" idx="10"/>
          </p:nvPr>
        </p:nvSpPr>
        <p:spPr/>
        <p:txBody>
          <a:bodyPr/>
          <a:lstStyle/>
          <a:p>
            <a:fld id="{F021CF01-A0E6-4A7F-BE5B-3DC7CD927776}" type="datetimeFigureOut">
              <a:rPr lang="en-US" smtClean="0"/>
              <a:t>1/30/2026</a:t>
            </a:fld>
            <a:endParaRPr lang="en-US"/>
          </a:p>
        </p:txBody>
      </p:sp>
      <p:sp>
        <p:nvSpPr>
          <p:cNvPr id="5" name="Footer Placeholder 4">
            <a:extLst>
              <a:ext uri="{FF2B5EF4-FFF2-40B4-BE49-F238E27FC236}">
                <a16:creationId xmlns:a16="http://schemas.microsoft.com/office/drawing/2014/main" id="{8B6BBE29-0199-E8CE-B4DD-6B1CD4FB13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EE23CA-4F29-221F-11C3-874F63ED733D}"/>
              </a:ext>
            </a:extLst>
          </p:cNvPr>
          <p:cNvSpPr>
            <a:spLocks noGrp="1"/>
          </p:cNvSpPr>
          <p:nvPr>
            <p:ph type="sldNum" sz="quarter" idx="12"/>
          </p:nvPr>
        </p:nvSpPr>
        <p:spPr/>
        <p:txBody>
          <a:bodyPr/>
          <a:lstStyle/>
          <a:p>
            <a:fld id="{64B3660E-7EFD-4385-8015-8E89A972BEB3}" type="slidenum">
              <a:rPr lang="en-US" smtClean="0"/>
              <a:t>‹#›</a:t>
            </a:fld>
            <a:endParaRPr lang="en-US"/>
          </a:p>
        </p:txBody>
      </p:sp>
    </p:spTree>
    <p:extLst>
      <p:ext uri="{BB962C8B-B14F-4D97-AF65-F5344CB8AC3E}">
        <p14:creationId xmlns:p14="http://schemas.microsoft.com/office/powerpoint/2010/main" val="16758302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705DA-5677-63F6-7A68-E52C04DAB05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6ADE346-1448-E61E-E40E-AC220D5E8C7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95658D-E290-24DC-1A3B-31970068EC6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CDDB556-9C18-5322-8508-AD55EF080C83}"/>
              </a:ext>
            </a:extLst>
          </p:cNvPr>
          <p:cNvSpPr>
            <a:spLocks noGrp="1"/>
          </p:cNvSpPr>
          <p:nvPr>
            <p:ph type="dt" sz="half" idx="10"/>
          </p:nvPr>
        </p:nvSpPr>
        <p:spPr/>
        <p:txBody>
          <a:bodyPr/>
          <a:lstStyle/>
          <a:p>
            <a:fld id="{F021CF01-A0E6-4A7F-BE5B-3DC7CD927776}" type="datetimeFigureOut">
              <a:rPr lang="en-US" smtClean="0"/>
              <a:t>1/30/2026</a:t>
            </a:fld>
            <a:endParaRPr lang="en-US"/>
          </a:p>
        </p:txBody>
      </p:sp>
      <p:sp>
        <p:nvSpPr>
          <p:cNvPr id="6" name="Footer Placeholder 5">
            <a:extLst>
              <a:ext uri="{FF2B5EF4-FFF2-40B4-BE49-F238E27FC236}">
                <a16:creationId xmlns:a16="http://schemas.microsoft.com/office/drawing/2014/main" id="{E6D3AB62-08AC-6A1B-DE84-E8596BA710F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40490D-4E22-BF17-4B1B-DAD55E6E7986}"/>
              </a:ext>
            </a:extLst>
          </p:cNvPr>
          <p:cNvSpPr>
            <a:spLocks noGrp="1"/>
          </p:cNvSpPr>
          <p:nvPr>
            <p:ph type="sldNum" sz="quarter" idx="12"/>
          </p:nvPr>
        </p:nvSpPr>
        <p:spPr/>
        <p:txBody>
          <a:bodyPr/>
          <a:lstStyle/>
          <a:p>
            <a:fld id="{64B3660E-7EFD-4385-8015-8E89A972BEB3}" type="slidenum">
              <a:rPr lang="en-US" smtClean="0"/>
              <a:t>‹#›</a:t>
            </a:fld>
            <a:endParaRPr lang="en-US"/>
          </a:p>
        </p:txBody>
      </p:sp>
    </p:spTree>
    <p:extLst>
      <p:ext uri="{BB962C8B-B14F-4D97-AF65-F5344CB8AC3E}">
        <p14:creationId xmlns:p14="http://schemas.microsoft.com/office/powerpoint/2010/main" val="38003597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7C2E7C-2002-1B22-D37A-317F418FF1D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B231A8E-8B05-7DDA-9627-92FA009F746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AA59768-F7AC-469E-0095-3933747B9BC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7A97C12-2AE2-7F5A-067E-07A865536DC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E371D05-3217-8759-D74D-FD4896D13C4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2137FF-30ED-3046-AC16-1139AD4DB684}"/>
              </a:ext>
            </a:extLst>
          </p:cNvPr>
          <p:cNvSpPr>
            <a:spLocks noGrp="1"/>
          </p:cNvSpPr>
          <p:nvPr>
            <p:ph type="dt" sz="half" idx="10"/>
          </p:nvPr>
        </p:nvSpPr>
        <p:spPr/>
        <p:txBody>
          <a:bodyPr/>
          <a:lstStyle/>
          <a:p>
            <a:fld id="{F021CF01-A0E6-4A7F-BE5B-3DC7CD927776}" type="datetimeFigureOut">
              <a:rPr lang="en-US" smtClean="0"/>
              <a:t>1/30/2026</a:t>
            </a:fld>
            <a:endParaRPr lang="en-US"/>
          </a:p>
        </p:txBody>
      </p:sp>
      <p:sp>
        <p:nvSpPr>
          <p:cNvPr id="8" name="Footer Placeholder 7">
            <a:extLst>
              <a:ext uri="{FF2B5EF4-FFF2-40B4-BE49-F238E27FC236}">
                <a16:creationId xmlns:a16="http://schemas.microsoft.com/office/drawing/2014/main" id="{F156190B-8561-DAB7-7BF1-CB5CAC40BD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A87F15F-7A22-ABD7-0E80-1EE59C6A16F3}"/>
              </a:ext>
            </a:extLst>
          </p:cNvPr>
          <p:cNvSpPr>
            <a:spLocks noGrp="1"/>
          </p:cNvSpPr>
          <p:nvPr>
            <p:ph type="sldNum" sz="quarter" idx="12"/>
          </p:nvPr>
        </p:nvSpPr>
        <p:spPr/>
        <p:txBody>
          <a:bodyPr/>
          <a:lstStyle/>
          <a:p>
            <a:fld id="{64B3660E-7EFD-4385-8015-8E89A972BEB3}" type="slidenum">
              <a:rPr lang="en-US" smtClean="0"/>
              <a:t>‹#›</a:t>
            </a:fld>
            <a:endParaRPr lang="en-US"/>
          </a:p>
        </p:txBody>
      </p:sp>
    </p:spTree>
    <p:extLst>
      <p:ext uri="{BB962C8B-B14F-4D97-AF65-F5344CB8AC3E}">
        <p14:creationId xmlns:p14="http://schemas.microsoft.com/office/powerpoint/2010/main" val="1966462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6A02F1-A12A-C9F6-C03F-E2923C934E1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0AF4E6-5BF1-5031-A9DC-AC55764F3BDA}"/>
              </a:ext>
            </a:extLst>
          </p:cNvPr>
          <p:cNvSpPr>
            <a:spLocks noGrp="1"/>
          </p:cNvSpPr>
          <p:nvPr>
            <p:ph type="dt" sz="half" idx="10"/>
          </p:nvPr>
        </p:nvSpPr>
        <p:spPr/>
        <p:txBody>
          <a:bodyPr/>
          <a:lstStyle/>
          <a:p>
            <a:fld id="{F021CF01-A0E6-4A7F-BE5B-3DC7CD927776}" type="datetimeFigureOut">
              <a:rPr lang="en-US" smtClean="0"/>
              <a:t>1/30/2026</a:t>
            </a:fld>
            <a:endParaRPr lang="en-US"/>
          </a:p>
        </p:txBody>
      </p:sp>
      <p:sp>
        <p:nvSpPr>
          <p:cNvPr id="4" name="Footer Placeholder 3">
            <a:extLst>
              <a:ext uri="{FF2B5EF4-FFF2-40B4-BE49-F238E27FC236}">
                <a16:creationId xmlns:a16="http://schemas.microsoft.com/office/drawing/2014/main" id="{05A846EA-C714-4FB4-FEBA-BC0ED960722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AE273DF-7213-624E-EE49-E4164A7B07A4}"/>
              </a:ext>
            </a:extLst>
          </p:cNvPr>
          <p:cNvSpPr>
            <a:spLocks noGrp="1"/>
          </p:cNvSpPr>
          <p:nvPr>
            <p:ph type="sldNum" sz="quarter" idx="12"/>
          </p:nvPr>
        </p:nvSpPr>
        <p:spPr/>
        <p:txBody>
          <a:bodyPr/>
          <a:lstStyle/>
          <a:p>
            <a:fld id="{64B3660E-7EFD-4385-8015-8E89A972BEB3}" type="slidenum">
              <a:rPr lang="en-US" smtClean="0"/>
              <a:t>‹#›</a:t>
            </a:fld>
            <a:endParaRPr lang="en-US"/>
          </a:p>
        </p:txBody>
      </p:sp>
    </p:spTree>
    <p:extLst>
      <p:ext uri="{BB962C8B-B14F-4D97-AF65-F5344CB8AC3E}">
        <p14:creationId xmlns:p14="http://schemas.microsoft.com/office/powerpoint/2010/main" val="41354810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45CE452-A16C-7624-F6D9-7F048DEC00A5}"/>
              </a:ext>
            </a:extLst>
          </p:cNvPr>
          <p:cNvSpPr>
            <a:spLocks noGrp="1"/>
          </p:cNvSpPr>
          <p:nvPr>
            <p:ph type="dt" sz="half" idx="10"/>
          </p:nvPr>
        </p:nvSpPr>
        <p:spPr/>
        <p:txBody>
          <a:bodyPr/>
          <a:lstStyle/>
          <a:p>
            <a:fld id="{F021CF01-A0E6-4A7F-BE5B-3DC7CD927776}" type="datetimeFigureOut">
              <a:rPr lang="en-US" smtClean="0"/>
              <a:t>1/30/2026</a:t>
            </a:fld>
            <a:endParaRPr lang="en-US"/>
          </a:p>
        </p:txBody>
      </p:sp>
      <p:sp>
        <p:nvSpPr>
          <p:cNvPr id="3" name="Footer Placeholder 2">
            <a:extLst>
              <a:ext uri="{FF2B5EF4-FFF2-40B4-BE49-F238E27FC236}">
                <a16:creationId xmlns:a16="http://schemas.microsoft.com/office/drawing/2014/main" id="{C2F94C37-087B-58A0-B6E5-DA6F21F7A16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1957CC3-DD99-FD2E-9693-846D0E9C07F4}"/>
              </a:ext>
            </a:extLst>
          </p:cNvPr>
          <p:cNvSpPr>
            <a:spLocks noGrp="1"/>
          </p:cNvSpPr>
          <p:nvPr>
            <p:ph type="sldNum" sz="quarter" idx="12"/>
          </p:nvPr>
        </p:nvSpPr>
        <p:spPr/>
        <p:txBody>
          <a:bodyPr/>
          <a:lstStyle/>
          <a:p>
            <a:fld id="{64B3660E-7EFD-4385-8015-8E89A972BEB3}" type="slidenum">
              <a:rPr lang="en-US" smtClean="0"/>
              <a:t>‹#›</a:t>
            </a:fld>
            <a:endParaRPr lang="en-US"/>
          </a:p>
        </p:txBody>
      </p:sp>
    </p:spTree>
    <p:extLst>
      <p:ext uri="{BB962C8B-B14F-4D97-AF65-F5344CB8AC3E}">
        <p14:creationId xmlns:p14="http://schemas.microsoft.com/office/powerpoint/2010/main" val="30846891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8135FE-7216-A877-6FF5-E83D8C967A8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44F363E-7A8F-1C0B-45A7-7295F2B1B62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E4AA289-800F-3623-FBCE-7356F799A42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24E6CDA-86B6-7F6F-D83B-B95DDE6D178E}"/>
              </a:ext>
            </a:extLst>
          </p:cNvPr>
          <p:cNvSpPr>
            <a:spLocks noGrp="1"/>
          </p:cNvSpPr>
          <p:nvPr>
            <p:ph type="dt" sz="half" idx="10"/>
          </p:nvPr>
        </p:nvSpPr>
        <p:spPr/>
        <p:txBody>
          <a:bodyPr/>
          <a:lstStyle/>
          <a:p>
            <a:fld id="{F021CF01-A0E6-4A7F-BE5B-3DC7CD927776}" type="datetimeFigureOut">
              <a:rPr lang="en-US" smtClean="0"/>
              <a:t>1/30/2026</a:t>
            </a:fld>
            <a:endParaRPr lang="en-US"/>
          </a:p>
        </p:txBody>
      </p:sp>
      <p:sp>
        <p:nvSpPr>
          <p:cNvPr id="6" name="Footer Placeholder 5">
            <a:extLst>
              <a:ext uri="{FF2B5EF4-FFF2-40B4-BE49-F238E27FC236}">
                <a16:creationId xmlns:a16="http://schemas.microsoft.com/office/drawing/2014/main" id="{A2F21D6D-02CF-4F96-FC3F-D93DCB18369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85633B8-1E32-3DED-615C-09FFD4A58371}"/>
              </a:ext>
            </a:extLst>
          </p:cNvPr>
          <p:cNvSpPr>
            <a:spLocks noGrp="1"/>
          </p:cNvSpPr>
          <p:nvPr>
            <p:ph type="sldNum" sz="quarter" idx="12"/>
          </p:nvPr>
        </p:nvSpPr>
        <p:spPr/>
        <p:txBody>
          <a:bodyPr/>
          <a:lstStyle/>
          <a:p>
            <a:fld id="{64B3660E-7EFD-4385-8015-8E89A972BEB3}" type="slidenum">
              <a:rPr lang="en-US" smtClean="0"/>
              <a:t>‹#›</a:t>
            </a:fld>
            <a:endParaRPr lang="en-US"/>
          </a:p>
        </p:txBody>
      </p:sp>
    </p:spTree>
    <p:extLst>
      <p:ext uri="{BB962C8B-B14F-4D97-AF65-F5344CB8AC3E}">
        <p14:creationId xmlns:p14="http://schemas.microsoft.com/office/powerpoint/2010/main" val="12381102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2BA6FB-B0DD-2199-B655-5DC5D8F4169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E5F2019-D559-B993-9477-D5D8A87CE4A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C1FC76CF-481D-03A0-8B40-FDDDF54BEF4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BB6ABD-209C-7AAE-2570-8BFF12873199}"/>
              </a:ext>
            </a:extLst>
          </p:cNvPr>
          <p:cNvSpPr>
            <a:spLocks noGrp="1"/>
          </p:cNvSpPr>
          <p:nvPr>
            <p:ph type="dt" sz="half" idx="10"/>
          </p:nvPr>
        </p:nvSpPr>
        <p:spPr/>
        <p:txBody>
          <a:bodyPr/>
          <a:lstStyle/>
          <a:p>
            <a:fld id="{F021CF01-A0E6-4A7F-BE5B-3DC7CD927776}" type="datetimeFigureOut">
              <a:rPr lang="en-US" smtClean="0"/>
              <a:t>1/30/2026</a:t>
            </a:fld>
            <a:endParaRPr lang="en-US"/>
          </a:p>
        </p:txBody>
      </p:sp>
      <p:sp>
        <p:nvSpPr>
          <p:cNvPr id="6" name="Footer Placeholder 5">
            <a:extLst>
              <a:ext uri="{FF2B5EF4-FFF2-40B4-BE49-F238E27FC236}">
                <a16:creationId xmlns:a16="http://schemas.microsoft.com/office/drawing/2014/main" id="{7535D3A2-818C-4922-F27E-7A8A24EC1E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41EE1FA-D4A6-1AD1-AAB0-4F41D2B4B89F}"/>
              </a:ext>
            </a:extLst>
          </p:cNvPr>
          <p:cNvSpPr>
            <a:spLocks noGrp="1"/>
          </p:cNvSpPr>
          <p:nvPr>
            <p:ph type="sldNum" sz="quarter" idx="12"/>
          </p:nvPr>
        </p:nvSpPr>
        <p:spPr/>
        <p:txBody>
          <a:bodyPr/>
          <a:lstStyle/>
          <a:p>
            <a:fld id="{64B3660E-7EFD-4385-8015-8E89A972BEB3}" type="slidenum">
              <a:rPr lang="en-US" smtClean="0"/>
              <a:t>‹#›</a:t>
            </a:fld>
            <a:endParaRPr lang="en-US"/>
          </a:p>
        </p:txBody>
      </p:sp>
    </p:spTree>
    <p:extLst>
      <p:ext uri="{BB962C8B-B14F-4D97-AF65-F5344CB8AC3E}">
        <p14:creationId xmlns:p14="http://schemas.microsoft.com/office/powerpoint/2010/main" val="35564361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DCBA9-AA70-31F1-0620-0EF26465F6E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3C04CE9-C7E1-E843-CAEB-665DF5AA790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6012CBA-A3B0-447B-400A-7DA4244023CB}"/>
              </a:ext>
            </a:extLst>
          </p:cNvPr>
          <p:cNvSpPr>
            <a:spLocks noGrp="1"/>
          </p:cNvSpPr>
          <p:nvPr>
            <p:ph type="dt" sz="half" idx="10"/>
          </p:nvPr>
        </p:nvSpPr>
        <p:spPr/>
        <p:txBody>
          <a:bodyPr/>
          <a:lstStyle/>
          <a:p>
            <a:fld id="{F021CF01-A0E6-4A7F-BE5B-3DC7CD927776}" type="datetimeFigureOut">
              <a:rPr lang="en-US" smtClean="0"/>
              <a:t>1/30/2026</a:t>
            </a:fld>
            <a:endParaRPr lang="en-US"/>
          </a:p>
        </p:txBody>
      </p:sp>
      <p:sp>
        <p:nvSpPr>
          <p:cNvPr id="5" name="Footer Placeholder 4">
            <a:extLst>
              <a:ext uri="{FF2B5EF4-FFF2-40B4-BE49-F238E27FC236}">
                <a16:creationId xmlns:a16="http://schemas.microsoft.com/office/drawing/2014/main" id="{444E4A93-6AB0-0B92-98F9-C0D265EA494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B7EA4F-1A2D-0400-C40B-2153644C7C50}"/>
              </a:ext>
            </a:extLst>
          </p:cNvPr>
          <p:cNvSpPr>
            <a:spLocks noGrp="1"/>
          </p:cNvSpPr>
          <p:nvPr>
            <p:ph type="sldNum" sz="quarter" idx="12"/>
          </p:nvPr>
        </p:nvSpPr>
        <p:spPr/>
        <p:txBody>
          <a:bodyPr/>
          <a:lstStyle/>
          <a:p>
            <a:fld id="{64B3660E-7EFD-4385-8015-8E89A972BEB3}" type="slidenum">
              <a:rPr lang="en-US" smtClean="0"/>
              <a:t>‹#›</a:t>
            </a:fld>
            <a:endParaRPr lang="en-US"/>
          </a:p>
        </p:txBody>
      </p:sp>
    </p:spTree>
    <p:extLst>
      <p:ext uri="{BB962C8B-B14F-4D97-AF65-F5344CB8AC3E}">
        <p14:creationId xmlns:p14="http://schemas.microsoft.com/office/powerpoint/2010/main" val="8370252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85F7D4A-92D7-BB55-D474-7B34B753F8C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75A0B79-724A-7145-1CDB-35FFF3E662D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8561858-D4F8-A00B-A6E9-3F98DB2161A5}"/>
              </a:ext>
            </a:extLst>
          </p:cNvPr>
          <p:cNvSpPr>
            <a:spLocks noGrp="1"/>
          </p:cNvSpPr>
          <p:nvPr>
            <p:ph type="dt" sz="half" idx="10"/>
          </p:nvPr>
        </p:nvSpPr>
        <p:spPr/>
        <p:txBody>
          <a:bodyPr/>
          <a:lstStyle/>
          <a:p>
            <a:fld id="{F021CF01-A0E6-4A7F-BE5B-3DC7CD927776}" type="datetimeFigureOut">
              <a:rPr lang="en-US" smtClean="0"/>
              <a:t>1/30/2026</a:t>
            </a:fld>
            <a:endParaRPr lang="en-US"/>
          </a:p>
        </p:txBody>
      </p:sp>
      <p:sp>
        <p:nvSpPr>
          <p:cNvPr id="5" name="Footer Placeholder 4">
            <a:extLst>
              <a:ext uri="{FF2B5EF4-FFF2-40B4-BE49-F238E27FC236}">
                <a16:creationId xmlns:a16="http://schemas.microsoft.com/office/drawing/2014/main" id="{5B80D66E-42C8-DEAB-3CF1-54E407606AE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49F65CB-B26F-7D56-49E3-E86216E8E902}"/>
              </a:ext>
            </a:extLst>
          </p:cNvPr>
          <p:cNvSpPr>
            <a:spLocks noGrp="1"/>
          </p:cNvSpPr>
          <p:nvPr>
            <p:ph type="sldNum" sz="quarter" idx="12"/>
          </p:nvPr>
        </p:nvSpPr>
        <p:spPr/>
        <p:txBody>
          <a:bodyPr/>
          <a:lstStyle/>
          <a:p>
            <a:fld id="{64B3660E-7EFD-4385-8015-8E89A972BEB3}" type="slidenum">
              <a:rPr lang="en-US" smtClean="0"/>
              <a:t>‹#›</a:t>
            </a:fld>
            <a:endParaRPr lang="en-US"/>
          </a:p>
        </p:txBody>
      </p:sp>
    </p:spTree>
    <p:extLst>
      <p:ext uri="{BB962C8B-B14F-4D97-AF65-F5344CB8AC3E}">
        <p14:creationId xmlns:p14="http://schemas.microsoft.com/office/powerpoint/2010/main" val="5186246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0" y="558800"/>
            <a:ext cx="12192000" cy="3591960"/>
          </a:xfrm>
        </p:spPr>
        <p:txBody>
          <a:bodyPr anchor="ctr">
            <a:normAutofit/>
          </a:bodyPr>
          <a:lstStyle>
            <a:lvl1pPr algn="ctr">
              <a:defRPr sz="4400">
                <a:solidFill>
                  <a:srgbClr val="002060"/>
                </a:solidFill>
                <a:effectLst>
                  <a:outerShdw blurRad="38100" dist="38100" dir="2700000" algn="tl">
                    <a:srgbClr val="000000">
                      <a:alpha val="43137"/>
                    </a:srgbClr>
                  </a:outerShdw>
                </a:effectLst>
              </a:defRPr>
            </a:lvl1pPr>
          </a:lstStyle>
          <a:p>
            <a:r>
              <a:rPr lang="en-US" altLang="ko-KR"/>
              <a:t>Click to edit Master title style</a:t>
            </a:r>
            <a:endParaRPr lang="ko-KR" altLang="en-US" dirty="0"/>
          </a:p>
        </p:txBody>
      </p:sp>
      <p:sp>
        <p:nvSpPr>
          <p:cNvPr id="3" name="Subtitle 2"/>
          <p:cNvSpPr>
            <a:spLocks noGrp="1"/>
          </p:cNvSpPr>
          <p:nvPr>
            <p:ph type="subTitle" idx="1"/>
          </p:nvPr>
        </p:nvSpPr>
        <p:spPr>
          <a:xfrm>
            <a:off x="0" y="4869952"/>
            <a:ext cx="12192000" cy="1438382"/>
          </a:xfrm>
        </p:spPr>
        <p:txBody>
          <a:bodyPr>
            <a:normAutofit/>
          </a:bodyPr>
          <a:lstStyle>
            <a:lvl1pPr marL="0" indent="0" algn="ct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ltLang="ko-KR"/>
              <a:t>Click to edit Master subtitle style</a:t>
            </a:r>
            <a:endParaRPr lang="ko-KR" altLang="en-US" dirty="0"/>
          </a:p>
        </p:txBody>
      </p:sp>
    </p:spTree>
    <p:extLst>
      <p:ext uri="{BB962C8B-B14F-4D97-AF65-F5344CB8AC3E}">
        <p14:creationId xmlns:p14="http://schemas.microsoft.com/office/powerpoint/2010/main" val="100624883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ko-KR"/>
              <a:t>Click to edit Master title style</a:t>
            </a:r>
            <a:endParaRPr lang="ko-KR" altLang="en-US" dirty="0"/>
          </a:p>
        </p:txBody>
      </p:sp>
      <p:sp>
        <p:nvSpPr>
          <p:cNvPr id="3" name="Content Placeholder 2"/>
          <p:cNvSpPr>
            <a:spLocks noGrp="1"/>
          </p:cNvSpPr>
          <p:nvPr>
            <p:ph idx="1"/>
          </p:nvPr>
        </p:nvSpPr>
        <p:spPr/>
        <p:txBody>
          <a:body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5" name="Footer Placeholder 4"/>
          <p:cNvSpPr>
            <a:spLocks noGrp="1"/>
          </p:cNvSpPr>
          <p:nvPr>
            <p:ph type="ftr" sz="quarter" idx="11"/>
          </p:nvPr>
        </p:nvSpPr>
        <p:spPr>
          <a:xfrm>
            <a:off x="1853597" y="6492875"/>
            <a:ext cx="9407260" cy="357745"/>
          </a:xfrm>
        </p:spPr>
        <p:txBody>
          <a:bodyPr/>
          <a:lstStyle/>
          <a:p>
            <a:r>
              <a:rPr lang="ko-KR" altLang="en-US"/>
              <a:t>딥 러닝 기초 과정</a:t>
            </a:r>
            <a:endParaRPr lang="ko-KR" altLang="en-US" dirty="0"/>
          </a:p>
        </p:txBody>
      </p:sp>
      <p:cxnSp>
        <p:nvCxnSpPr>
          <p:cNvPr id="8" name="Straight Connector 7"/>
          <p:cNvCxnSpPr/>
          <p:nvPr/>
        </p:nvCxnSpPr>
        <p:spPr>
          <a:xfrm>
            <a:off x="0" y="682029"/>
            <a:ext cx="7551506" cy="0"/>
          </a:xfrm>
          <a:prstGeom prst="line">
            <a:avLst/>
          </a:prstGeom>
          <a:ln w="28575">
            <a:solidFill>
              <a:srgbClr val="002994"/>
            </a:solidFill>
          </a:ln>
          <a:effectLst>
            <a:outerShdw blurRad="50800" dist="38100" dir="2700000" algn="tl" rotWithShape="0">
              <a:prstClr val="black">
                <a:alpha val="20000"/>
              </a:prstClr>
            </a:outerShdw>
          </a:effectLst>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7551506" y="682029"/>
            <a:ext cx="3595955" cy="0"/>
          </a:xfrm>
          <a:prstGeom prst="line">
            <a:avLst/>
          </a:prstGeom>
          <a:ln w="28575">
            <a:solidFill>
              <a:srgbClr val="000000"/>
            </a:solidFill>
          </a:ln>
          <a:effectLst>
            <a:outerShdw blurRad="50800" dist="38100" dir="2700000" algn="tl" rotWithShape="0">
              <a:prstClr val="black">
                <a:alpha val="20000"/>
              </a:prstClr>
            </a:outerShdw>
          </a:effectLst>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11147461" y="682029"/>
            <a:ext cx="1044539" cy="0"/>
          </a:xfrm>
          <a:prstGeom prst="line">
            <a:avLst/>
          </a:prstGeom>
          <a:ln w="28575">
            <a:solidFill>
              <a:schemeClr val="bg2">
                <a:lumMod val="75000"/>
              </a:schemeClr>
            </a:solidFill>
          </a:ln>
          <a:effectLst>
            <a:outerShdw blurRad="50800" dist="38100" dir="2700000" algn="tl" rotWithShape="0">
              <a:prstClr val="black">
                <a:alpha val="20000"/>
              </a:prstClr>
            </a:outerShdw>
          </a:effectLst>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0" y="6472327"/>
            <a:ext cx="12192000" cy="0"/>
          </a:xfrm>
          <a:prstGeom prst="line">
            <a:avLst/>
          </a:prstGeom>
          <a:ln>
            <a:solidFill>
              <a:schemeClr val="bg2">
                <a:lumMod val="75000"/>
              </a:schemeClr>
            </a:solidFill>
          </a:ln>
          <a:effectLst>
            <a:outerShdw blurRad="12700" dist="12700" dir="16200000" rotWithShape="0">
              <a:schemeClr val="tx1">
                <a:lumMod val="65000"/>
                <a:lumOff val="35000"/>
                <a:alpha val="30000"/>
              </a:schemeClr>
            </a:outerShdw>
          </a:effectLst>
        </p:spPr>
        <p:style>
          <a:lnRef idx="1">
            <a:schemeClr val="accent3"/>
          </a:lnRef>
          <a:fillRef idx="0">
            <a:schemeClr val="accent3"/>
          </a:fillRef>
          <a:effectRef idx="0">
            <a:schemeClr val="accent3"/>
          </a:effectRef>
          <a:fontRef idx="minor">
            <a:schemeClr val="tx1"/>
          </a:fontRef>
        </p:style>
      </p:cxnSp>
      <p:pic>
        <p:nvPicPr>
          <p:cNvPr id="13" name="Picture 6" descr="C:\Users\admin\AppData\Local\Temp\_AZTMP10_\Signature_05.jpg">
            <a:extLst>
              <a:ext uri="{FF2B5EF4-FFF2-40B4-BE49-F238E27FC236}">
                <a16:creationId xmlns:a16="http://schemas.microsoft.com/office/drawing/2014/main" id="{DC87FF9A-F81D-44C3-A51F-6FEEED5A3BC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1639" b="13518"/>
          <a:stretch/>
        </p:blipFill>
        <p:spPr bwMode="auto">
          <a:xfrm>
            <a:off x="338666" y="6482241"/>
            <a:ext cx="1514931" cy="365125"/>
          </a:xfrm>
          <a:prstGeom prst="rect">
            <a:avLst/>
          </a:prstGeom>
          <a:noFill/>
          <a:extLst>
            <a:ext uri="{909E8E84-426E-40DD-AFC4-6F175D3DCCD1}">
              <a14:hiddenFill xmlns:a14="http://schemas.microsoft.com/office/drawing/2010/main">
                <a:solidFill>
                  <a:srgbClr val="FFFFFF"/>
                </a:solidFill>
              </a14:hiddenFill>
            </a:ext>
          </a:extLst>
        </p:spPr>
      </p:pic>
      <p:sp>
        <p:nvSpPr>
          <p:cNvPr id="12" name="Slide Number Placeholder 5">
            <a:extLst>
              <a:ext uri="{FF2B5EF4-FFF2-40B4-BE49-F238E27FC236}">
                <a16:creationId xmlns:a16="http://schemas.microsoft.com/office/drawing/2014/main" id="{AF117F5A-1DB4-4755-B4CB-B897EC86A453}"/>
              </a:ext>
            </a:extLst>
          </p:cNvPr>
          <p:cNvSpPr>
            <a:spLocks noGrp="1"/>
          </p:cNvSpPr>
          <p:nvPr>
            <p:ph type="sldNum" sz="quarter" idx="4"/>
          </p:nvPr>
        </p:nvSpPr>
        <p:spPr>
          <a:xfrm>
            <a:off x="11260857" y="6492875"/>
            <a:ext cx="592476" cy="357745"/>
          </a:xfrm>
          <a:prstGeom prst="rect">
            <a:avLst/>
          </a:prstGeom>
        </p:spPr>
        <p:txBody>
          <a:bodyPr vert="horz" lIns="91440" tIns="45720" rIns="91440" bIns="45720" rtlCol="0" anchor="ctr"/>
          <a:lstStyle>
            <a:lvl1pPr algn="r">
              <a:defRPr sz="1800" b="1">
                <a:solidFill>
                  <a:schemeClr val="tx1">
                    <a:tint val="75000"/>
                  </a:schemeClr>
                </a:solidFill>
                <a:latin typeface="Book Antiqua" panose="02040602050305030304" pitchFamily="18" charset="0"/>
              </a:defRPr>
            </a:lvl1pPr>
          </a:lstStyle>
          <a:p>
            <a:fld id="{1C8FA38B-43AE-4C7F-AC62-93C06D579860}" type="slidenum">
              <a:rPr lang="ko-KR" altLang="en-US" smtClean="0"/>
              <a:pPr/>
              <a:t>‹#›</a:t>
            </a:fld>
            <a:endParaRPr lang="ko-KR" altLang="en-US" dirty="0"/>
          </a:p>
        </p:txBody>
      </p:sp>
    </p:spTree>
    <p:extLst>
      <p:ext uri="{BB962C8B-B14F-4D97-AF65-F5344CB8AC3E}">
        <p14:creationId xmlns:p14="http://schemas.microsoft.com/office/powerpoint/2010/main" val="11533307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Only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338667" y="548640"/>
            <a:ext cx="11514666" cy="5759028"/>
          </a:xfrm>
        </p:spPr>
        <p:txBody>
          <a:body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dirty="0"/>
          </a:p>
        </p:txBody>
      </p:sp>
      <p:cxnSp>
        <p:nvCxnSpPr>
          <p:cNvPr id="7" name="Straight Connector 6"/>
          <p:cNvCxnSpPr/>
          <p:nvPr/>
        </p:nvCxnSpPr>
        <p:spPr>
          <a:xfrm>
            <a:off x="0" y="6472327"/>
            <a:ext cx="12192000" cy="0"/>
          </a:xfrm>
          <a:prstGeom prst="line">
            <a:avLst/>
          </a:prstGeom>
          <a:ln>
            <a:solidFill>
              <a:schemeClr val="bg2">
                <a:lumMod val="75000"/>
              </a:schemeClr>
            </a:solidFill>
          </a:ln>
          <a:effectLst>
            <a:outerShdw blurRad="12700" dist="12700" dir="16200000" rotWithShape="0">
              <a:schemeClr val="tx1">
                <a:lumMod val="65000"/>
                <a:lumOff val="35000"/>
                <a:alpha val="30000"/>
              </a:schemeClr>
            </a:outerShdw>
          </a:effectLst>
        </p:spPr>
        <p:style>
          <a:lnRef idx="1">
            <a:schemeClr val="accent3"/>
          </a:lnRef>
          <a:fillRef idx="0">
            <a:schemeClr val="accent3"/>
          </a:fillRef>
          <a:effectRef idx="0">
            <a:schemeClr val="accent3"/>
          </a:effectRef>
          <a:fontRef idx="minor">
            <a:schemeClr val="tx1"/>
          </a:fontRef>
        </p:style>
      </p:cxnSp>
      <p:sp>
        <p:nvSpPr>
          <p:cNvPr id="6" name="Footer Placeholder 4">
            <a:extLst>
              <a:ext uri="{FF2B5EF4-FFF2-40B4-BE49-F238E27FC236}">
                <a16:creationId xmlns:a16="http://schemas.microsoft.com/office/drawing/2014/main" id="{AFFF3219-614D-412B-A3D7-384D333A9EC7}"/>
              </a:ext>
            </a:extLst>
          </p:cNvPr>
          <p:cNvSpPr>
            <a:spLocks noGrp="1"/>
          </p:cNvSpPr>
          <p:nvPr>
            <p:ph type="ftr" sz="quarter" idx="11"/>
          </p:nvPr>
        </p:nvSpPr>
        <p:spPr>
          <a:xfrm>
            <a:off x="1853597" y="6492875"/>
            <a:ext cx="9407260" cy="357745"/>
          </a:xfrm>
        </p:spPr>
        <p:txBody>
          <a:bodyPr/>
          <a:lstStyle/>
          <a:p>
            <a:r>
              <a:rPr lang="ko-KR" altLang="en-US"/>
              <a:t>딥 러닝 기초 과정</a:t>
            </a:r>
            <a:endParaRPr lang="ko-KR" altLang="en-US" dirty="0"/>
          </a:p>
        </p:txBody>
      </p:sp>
      <p:cxnSp>
        <p:nvCxnSpPr>
          <p:cNvPr id="9" name="Straight Connector 8">
            <a:extLst>
              <a:ext uri="{FF2B5EF4-FFF2-40B4-BE49-F238E27FC236}">
                <a16:creationId xmlns:a16="http://schemas.microsoft.com/office/drawing/2014/main" id="{A75744DA-F22B-4CA6-8561-A4E6E1789440}"/>
              </a:ext>
            </a:extLst>
          </p:cNvPr>
          <p:cNvCxnSpPr/>
          <p:nvPr/>
        </p:nvCxnSpPr>
        <p:spPr>
          <a:xfrm>
            <a:off x="0" y="6472327"/>
            <a:ext cx="12192000" cy="0"/>
          </a:xfrm>
          <a:prstGeom prst="line">
            <a:avLst/>
          </a:prstGeom>
          <a:ln>
            <a:solidFill>
              <a:schemeClr val="bg2">
                <a:lumMod val="75000"/>
              </a:schemeClr>
            </a:solidFill>
          </a:ln>
          <a:effectLst>
            <a:outerShdw blurRad="12700" dist="12700" dir="16200000" rotWithShape="0">
              <a:schemeClr val="tx1">
                <a:lumMod val="65000"/>
                <a:lumOff val="35000"/>
                <a:alpha val="30000"/>
              </a:schemeClr>
            </a:outerShdw>
          </a:effectLst>
        </p:spPr>
        <p:style>
          <a:lnRef idx="1">
            <a:schemeClr val="accent3"/>
          </a:lnRef>
          <a:fillRef idx="0">
            <a:schemeClr val="accent3"/>
          </a:fillRef>
          <a:effectRef idx="0">
            <a:schemeClr val="accent3"/>
          </a:effectRef>
          <a:fontRef idx="minor">
            <a:schemeClr val="tx1"/>
          </a:fontRef>
        </p:style>
      </p:cxnSp>
      <p:pic>
        <p:nvPicPr>
          <p:cNvPr id="10" name="Picture 6" descr="C:\Users\admin\AppData\Local\Temp\_AZTMP10_\Signature_05.jpg">
            <a:extLst>
              <a:ext uri="{FF2B5EF4-FFF2-40B4-BE49-F238E27FC236}">
                <a16:creationId xmlns:a16="http://schemas.microsoft.com/office/drawing/2014/main" id="{3B5761A7-2737-4D74-8361-FABE6C48ABA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1639" b="13518"/>
          <a:stretch/>
        </p:blipFill>
        <p:spPr bwMode="auto">
          <a:xfrm>
            <a:off x="338666" y="6482241"/>
            <a:ext cx="1514931" cy="365125"/>
          </a:xfrm>
          <a:prstGeom prst="rect">
            <a:avLst/>
          </a:prstGeom>
          <a:noFill/>
          <a:extLst>
            <a:ext uri="{909E8E84-426E-40DD-AFC4-6F175D3DCCD1}">
              <a14:hiddenFill xmlns:a14="http://schemas.microsoft.com/office/drawing/2010/main">
                <a:solidFill>
                  <a:srgbClr val="FFFFFF"/>
                </a:solidFill>
              </a14:hiddenFill>
            </a:ext>
          </a:extLst>
        </p:spPr>
      </p:pic>
      <p:sp>
        <p:nvSpPr>
          <p:cNvPr id="11" name="Slide Number Placeholder 5">
            <a:extLst>
              <a:ext uri="{FF2B5EF4-FFF2-40B4-BE49-F238E27FC236}">
                <a16:creationId xmlns:a16="http://schemas.microsoft.com/office/drawing/2014/main" id="{22A398A7-9FB1-49B5-BC48-7EBFCFC6045C}"/>
              </a:ext>
            </a:extLst>
          </p:cNvPr>
          <p:cNvSpPr>
            <a:spLocks noGrp="1"/>
          </p:cNvSpPr>
          <p:nvPr>
            <p:ph type="sldNum" sz="quarter" idx="4"/>
          </p:nvPr>
        </p:nvSpPr>
        <p:spPr>
          <a:xfrm>
            <a:off x="11260857" y="6492875"/>
            <a:ext cx="592476" cy="357745"/>
          </a:xfrm>
          <a:prstGeom prst="rect">
            <a:avLst/>
          </a:prstGeom>
        </p:spPr>
        <p:txBody>
          <a:bodyPr vert="horz" lIns="91440" tIns="45720" rIns="91440" bIns="45720" rtlCol="0" anchor="ctr"/>
          <a:lstStyle>
            <a:lvl1pPr algn="r">
              <a:defRPr sz="1800" b="1">
                <a:solidFill>
                  <a:schemeClr val="tx1">
                    <a:tint val="75000"/>
                  </a:schemeClr>
                </a:solidFill>
                <a:latin typeface="Book Antiqua" panose="02040602050305030304" pitchFamily="18" charset="0"/>
              </a:defRPr>
            </a:lvl1pPr>
          </a:lstStyle>
          <a:p>
            <a:fld id="{1C8FA38B-43AE-4C7F-AC62-93C06D579860}" type="slidenum">
              <a:rPr lang="ko-KR" altLang="en-US" smtClean="0"/>
              <a:pPr/>
              <a:t>‹#›</a:t>
            </a:fld>
            <a:endParaRPr lang="ko-KR" altLang="en-US" dirty="0"/>
          </a:p>
        </p:txBody>
      </p:sp>
    </p:spTree>
    <p:extLst>
      <p:ext uri="{BB962C8B-B14F-4D97-AF65-F5344CB8AC3E}">
        <p14:creationId xmlns:p14="http://schemas.microsoft.com/office/powerpoint/2010/main" val="22447681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0" y="1277938"/>
            <a:ext cx="12179300" cy="2908300"/>
          </a:xfrm>
        </p:spPr>
        <p:txBody>
          <a:bodyPr anchor="b">
            <a:normAutofit/>
          </a:bodyPr>
          <a:lstStyle>
            <a:lvl1pPr>
              <a:tabLst>
                <a:tab pos="1612900" algn="l"/>
              </a:tabLst>
              <a:defRPr sz="5400">
                <a:effectLst>
                  <a:outerShdw blurRad="38100" dist="38100" dir="2700000" algn="tl">
                    <a:srgbClr val="000000">
                      <a:alpha val="43137"/>
                    </a:srgbClr>
                  </a:outerShdw>
                </a:effectLst>
              </a:defRPr>
            </a:lvl1pPr>
          </a:lstStyle>
          <a:p>
            <a:r>
              <a:rPr lang="en-US" altLang="ko-KR"/>
              <a:t>Click to edit Master title style</a:t>
            </a:r>
            <a:endParaRPr lang="ko-KR" altLang="en-US" dirty="0"/>
          </a:p>
        </p:txBody>
      </p:sp>
      <p:sp>
        <p:nvSpPr>
          <p:cNvPr id="3" name="Text Placeholder 2"/>
          <p:cNvSpPr>
            <a:spLocks noGrp="1"/>
          </p:cNvSpPr>
          <p:nvPr>
            <p:ph type="body" idx="1"/>
          </p:nvPr>
        </p:nvSpPr>
        <p:spPr>
          <a:xfrm>
            <a:off x="0" y="4589463"/>
            <a:ext cx="121793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ltLang="ko-KR"/>
              <a:t>Click to edit Master text styles</a:t>
            </a:r>
          </a:p>
        </p:txBody>
      </p:sp>
    </p:spTree>
    <p:extLst>
      <p:ext uri="{BB962C8B-B14F-4D97-AF65-F5344CB8AC3E}">
        <p14:creationId xmlns:p14="http://schemas.microsoft.com/office/powerpoint/2010/main" val="368247494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ko-KR"/>
              <a:t>Click to edit Master title style</a:t>
            </a:r>
            <a:endParaRPr lang="ko-KR" altLang="en-US"/>
          </a:p>
        </p:txBody>
      </p:sp>
      <p:sp>
        <p:nvSpPr>
          <p:cNvPr id="3" name="Content Placeholder 2"/>
          <p:cNvSpPr>
            <a:spLocks noGrp="1"/>
          </p:cNvSpPr>
          <p:nvPr>
            <p:ph sz="half" idx="1"/>
          </p:nvPr>
        </p:nvSpPr>
        <p:spPr>
          <a:xfrm>
            <a:off x="338666" y="883579"/>
            <a:ext cx="5681134" cy="5430136"/>
          </a:xfrm>
        </p:spPr>
        <p:txBody>
          <a:body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dirty="0"/>
          </a:p>
        </p:txBody>
      </p:sp>
      <p:sp>
        <p:nvSpPr>
          <p:cNvPr id="4" name="Content Placeholder 3"/>
          <p:cNvSpPr>
            <a:spLocks noGrp="1"/>
          </p:cNvSpPr>
          <p:nvPr>
            <p:ph sz="half" idx="2"/>
          </p:nvPr>
        </p:nvSpPr>
        <p:spPr>
          <a:xfrm>
            <a:off x="6172200" y="883579"/>
            <a:ext cx="5681133" cy="5430136"/>
          </a:xfrm>
        </p:spPr>
        <p:txBody>
          <a:body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cxnSp>
        <p:nvCxnSpPr>
          <p:cNvPr id="8" name="Straight Connector 7"/>
          <p:cNvCxnSpPr/>
          <p:nvPr/>
        </p:nvCxnSpPr>
        <p:spPr>
          <a:xfrm>
            <a:off x="0" y="682029"/>
            <a:ext cx="7551506" cy="0"/>
          </a:xfrm>
          <a:prstGeom prst="line">
            <a:avLst/>
          </a:prstGeom>
          <a:ln w="28575">
            <a:solidFill>
              <a:srgbClr val="002994"/>
            </a:solidFill>
          </a:ln>
          <a:effectLst>
            <a:outerShdw blurRad="50800" dist="38100" dir="2700000" algn="tl" rotWithShape="0">
              <a:prstClr val="black">
                <a:alpha val="20000"/>
              </a:prstClr>
            </a:outerShdw>
          </a:effectLst>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7551506" y="682029"/>
            <a:ext cx="3595955" cy="0"/>
          </a:xfrm>
          <a:prstGeom prst="line">
            <a:avLst/>
          </a:prstGeom>
          <a:ln w="28575">
            <a:solidFill>
              <a:srgbClr val="000000"/>
            </a:solidFill>
          </a:ln>
          <a:effectLst>
            <a:outerShdw blurRad="50800" dist="38100" dir="2700000" algn="tl" rotWithShape="0">
              <a:prstClr val="black">
                <a:alpha val="20000"/>
              </a:prstClr>
            </a:outerShdw>
          </a:effectLst>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11147461" y="682029"/>
            <a:ext cx="1044539" cy="0"/>
          </a:xfrm>
          <a:prstGeom prst="line">
            <a:avLst/>
          </a:prstGeom>
          <a:ln w="28575">
            <a:solidFill>
              <a:schemeClr val="bg2">
                <a:lumMod val="75000"/>
              </a:schemeClr>
            </a:solidFill>
          </a:ln>
          <a:effectLst>
            <a:outerShdw blurRad="50800" dist="38100" dir="2700000" algn="tl" rotWithShape="0">
              <a:prstClr val="black">
                <a:alpha val="20000"/>
              </a:prstClr>
            </a:outerShdw>
          </a:effectLst>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0" y="6472327"/>
            <a:ext cx="12192000" cy="0"/>
          </a:xfrm>
          <a:prstGeom prst="line">
            <a:avLst/>
          </a:prstGeom>
          <a:ln>
            <a:solidFill>
              <a:schemeClr val="bg2">
                <a:lumMod val="75000"/>
              </a:schemeClr>
            </a:solidFill>
          </a:ln>
          <a:effectLst>
            <a:outerShdw blurRad="12700" dist="12700" dir="16200000" rotWithShape="0">
              <a:schemeClr val="tx1">
                <a:lumMod val="65000"/>
                <a:lumOff val="35000"/>
                <a:alpha val="30000"/>
              </a:schemeClr>
            </a:outerShdw>
          </a:effectLst>
        </p:spPr>
        <p:style>
          <a:lnRef idx="1">
            <a:schemeClr val="accent3"/>
          </a:lnRef>
          <a:fillRef idx="0">
            <a:schemeClr val="accent3"/>
          </a:fillRef>
          <a:effectRef idx="0">
            <a:schemeClr val="accent3"/>
          </a:effectRef>
          <a:fontRef idx="minor">
            <a:schemeClr val="tx1"/>
          </a:fontRef>
        </p:style>
      </p:cxnSp>
      <p:sp>
        <p:nvSpPr>
          <p:cNvPr id="13" name="Footer Placeholder 4">
            <a:extLst>
              <a:ext uri="{FF2B5EF4-FFF2-40B4-BE49-F238E27FC236}">
                <a16:creationId xmlns:a16="http://schemas.microsoft.com/office/drawing/2014/main" id="{72ED8B56-3605-4A53-BEA0-EFB92A399C9B}"/>
              </a:ext>
            </a:extLst>
          </p:cNvPr>
          <p:cNvSpPr>
            <a:spLocks noGrp="1"/>
          </p:cNvSpPr>
          <p:nvPr>
            <p:ph type="ftr" sz="quarter" idx="11"/>
          </p:nvPr>
        </p:nvSpPr>
        <p:spPr>
          <a:xfrm>
            <a:off x="1853597" y="6492875"/>
            <a:ext cx="9407260" cy="357745"/>
          </a:xfrm>
        </p:spPr>
        <p:txBody>
          <a:bodyPr/>
          <a:lstStyle/>
          <a:p>
            <a:r>
              <a:rPr lang="ko-KR" altLang="en-US"/>
              <a:t>딥 러닝 기초 과정</a:t>
            </a:r>
            <a:endParaRPr lang="ko-KR" altLang="en-US" dirty="0"/>
          </a:p>
        </p:txBody>
      </p:sp>
      <p:cxnSp>
        <p:nvCxnSpPr>
          <p:cNvPr id="15" name="Straight Connector 14">
            <a:extLst>
              <a:ext uri="{FF2B5EF4-FFF2-40B4-BE49-F238E27FC236}">
                <a16:creationId xmlns:a16="http://schemas.microsoft.com/office/drawing/2014/main" id="{5855B3EF-008B-4213-9C64-AF4FF3C7439A}"/>
              </a:ext>
            </a:extLst>
          </p:cNvPr>
          <p:cNvCxnSpPr/>
          <p:nvPr/>
        </p:nvCxnSpPr>
        <p:spPr>
          <a:xfrm>
            <a:off x="0" y="6472327"/>
            <a:ext cx="12192000" cy="0"/>
          </a:xfrm>
          <a:prstGeom prst="line">
            <a:avLst/>
          </a:prstGeom>
          <a:ln>
            <a:solidFill>
              <a:schemeClr val="bg2">
                <a:lumMod val="75000"/>
              </a:schemeClr>
            </a:solidFill>
          </a:ln>
          <a:effectLst>
            <a:outerShdw blurRad="12700" dist="12700" dir="16200000" rotWithShape="0">
              <a:schemeClr val="tx1">
                <a:lumMod val="65000"/>
                <a:lumOff val="35000"/>
                <a:alpha val="30000"/>
              </a:schemeClr>
            </a:outerShdw>
          </a:effectLst>
        </p:spPr>
        <p:style>
          <a:lnRef idx="1">
            <a:schemeClr val="accent3"/>
          </a:lnRef>
          <a:fillRef idx="0">
            <a:schemeClr val="accent3"/>
          </a:fillRef>
          <a:effectRef idx="0">
            <a:schemeClr val="accent3"/>
          </a:effectRef>
          <a:fontRef idx="minor">
            <a:schemeClr val="tx1"/>
          </a:fontRef>
        </p:style>
      </p:cxnSp>
      <p:pic>
        <p:nvPicPr>
          <p:cNvPr id="16" name="Picture 6" descr="C:\Users\admin\AppData\Local\Temp\_AZTMP10_\Signature_05.jpg">
            <a:extLst>
              <a:ext uri="{FF2B5EF4-FFF2-40B4-BE49-F238E27FC236}">
                <a16:creationId xmlns:a16="http://schemas.microsoft.com/office/drawing/2014/main" id="{2B97DAC5-0BA1-4EB9-A7C9-B3900D21353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1639" b="13518"/>
          <a:stretch/>
        </p:blipFill>
        <p:spPr bwMode="auto">
          <a:xfrm>
            <a:off x="338666" y="6482241"/>
            <a:ext cx="1514931" cy="365125"/>
          </a:xfrm>
          <a:prstGeom prst="rect">
            <a:avLst/>
          </a:prstGeom>
          <a:noFill/>
          <a:extLst>
            <a:ext uri="{909E8E84-426E-40DD-AFC4-6F175D3DCCD1}">
              <a14:hiddenFill xmlns:a14="http://schemas.microsoft.com/office/drawing/2010/main">
                <a:solidFill>
                  <a:srgbClr val="FFFFFF"/>
                </a:solidFill>
              </a14:hiddenFill>
            </a:ext>
          </a:extLst>
        </p:spPr>
      </p:pic>
      <p:sp>
        <p:nvSpPr>
          <p:cNvPr id="17" name="Slide Number Placeholder 5">
            <a:extLst>
              <a:ext uri="{FF2B5EF4-FFF2-40B4-BE49-F238E27FC236}">
                <a16:creationId xmlns:a16="http://schemas.microsoft.com/office/drawing/2014/main" id="{B68DC3DB-3624-42B5-9C28-E4132A844185}"/>
              </a:ext>
            </a:extLst>
          </p:cNvPr>
          <p:cNvSpPr>
            <a:spLocks noGrp="1"/>
          </p:cNvSpPr>
          <p:nvPr>
            <p:ph type="sldNum" sz="quarter" idx="4"/>
          </p:nvPr>
        </p:nvSpPr>
        <p:spPr>
          <a:xfrm>
            <a:off x="11260857" y="6492875"/>
            <a:ext cx="592476" cy="357745"/>
          </a:xfrm>
          <a:prstGeom prst="rect">
            <a:avLst/>
          </a:prstGeom>
        </p:spPr>
        <p:txBody>
          <a:bodyPr vert="horz" lIns="91440" tIns="45720" rIns="91440" bIns="45720" rtlCol="0" anchor="ctr"/>
          <a:lstStyle>
            <a:lvl1pPr algn="r">
              <a:defRPr sz="1800" b="1">
                <a:solidFill>
                  <a:schemeClr val="tx1">
                    <a:tint val="75000"/>
                  </a:schemeClr>
                </a:solidFill>
                <a:latin typeface="Book Antiqua" panose="02040602050305030304" pitchFamily="18" charset="0"/>
              </a:defRPr>
            </a:lvl1pPr>
          </a:lstStyle>
          <a:p>
            <a:fld id="{1C8FA38B-43AE-4C7F-AC62-93C06D579860}" type="slidenum">
              <a:rPr lang="ko-KR" altLang="en-US" smtClean="0"/>
              <a:pPr/>
              <a:t>‹#›</a:t>
            </a:fld>
            <a:endParaRPr lang="ko-KR" altLang="en-US" dirty="0"/>
          </a:p>
        </p:txBody>
      </p:sp>
    </p:spTree>
    <p:extLst>
      <p:ext uri="{BB962C8B-B14F-4D97-AF65-F5344CB8AC3E}">
        <p14:creationId xmlns:p14="http://schemas.microsoft.com/office/powerpoint/2010/main" val="140673696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ko-KR"/>
              <a:t>Click to edit Master title style</a:t>
            </a:r>
            <a:endParaRPr lang="ko-KR" altLang="en-US"/>
          </a:p>
        </p:txBody>
      </p:sp>
      <p:cxnSp>
        <p:nvCxnSpPr>
          <p:cNvPr id="6" name="Straight Connector 5"/>
          <p:cNvCxnSpPr/>
          <p:nvPr/>
        </p:nvCxnSpPr>
        <p:spPr>
          <a:xfrm>
            <a:off x="0" y="682029"/>
            <a:ext cx="7551506" cy="0"/>
          </a:xfrm>
          <a:prstGeom prst="line">
            <a:avLst/>
          </a:prstGeom>
          <a:ln w="28575">
            <a:solidFill>
              <a:srgbClr val="002994"/>
            </a:solidFill>
          </a:ln>
          <a:effectLst>
            <a:outerShdw blurRad="50800" dist="38100" dir="2700000" algn="tl" rotWithShape="0">
              <a:prstClr val="black">
                <a:alpha val="20000"/>
              </a:prstClr>
            </a:outerShdw>
          </a:effectLst>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a:off x="7551506" y="682029"/>
            <a:ext cx="3595955" cy="0"/>
          </a:xfrm>
          <a:prstGeom prst="line">
            <a:avLst/>
          </a:prstGeom>
          <a:ln w="28575">
            <a:solidFill>
              <a:srgbClr val="000000"/>
            </a:solidFill>
          </a:ln>
          <a:effectLst>
            <a:outerShdw blurRad="50800" dist="38100" dir="2700000" algn="tl" rotWithShape="0">
              <a:prstClr val="black">
                <a:alpha val="20000"/>
              </a:prstClr>
            </a:outerShdw>
          </a:effectLst>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11147461" y="682029"/>
            <a:ext cx="1044539" cy="0"/>
          </a:xfrm>
          <a:prstGeom prst="line">
            <a:avLst/>
          </a:prstGeom>
          <a:ln w="28575">
            <a:solidFill>
              <a:schemeClr val="bg2">
                <a:lumMod val="75000"/>
              </a:schemeClr>
            </a:solidFill>
          </a:ln>
          <a:effectLst>
            <a:outerShdw blurRad="50800" dist="38100" dir="2700000" algn="tl" rotWithShape="0">
              <a:prstClr val="black">
                <a:alpha val="20000"/>
              </a:prstClr>
            </a:outerShdw>
          </a:effectLst>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0" y="6472327"/>
            <a:ext cx="12192000" cy="0"/>
          </a:xfrm>
          <a:prstGeom prst="line">
            <a:avLst/>
          </a:prstGeom>
          <a:ln>
            <a:solidFill>
              <a:schemeClr val="bg2">
                <a:lumMod val="75000"/>
              </a:schemeClr>
            </a:solidFill>
          </a:ln>
          <a:effectLst>
            <a:outerShdw blurRad="12700" dist="12700" dir="16200000" rotWithShape="0">
              <a:schemeClr val="tx1">
                <a:lumMod val="65000"/>
                <a:lumOff val="35000"/>
                <a:alpha val="30000"/>
              </a:schemeClr>
            </a:outerShdw>
          </a:effectLst>
        </p:spPr>
        <p:style>
          <a:lnRef idx="1">
            <a:schemeClr val="accent3"/>
          </a:lnRef>
          <a:fillRef idx="0">
            <a:schemeClr val="accent3"/>
          </a:fillRef>
          <a:effectRef idx="0">
            <a:schemeClr val="accent3"/>
          </a:effectRef>
          <a:fontRef idx="minor">
            <a:schemeClr val="tx1"/>
          </a:fontRef>
        </p:style>
      </p:cxnSp>
      <p:sp>
        <p:nvSpPr>
          <p:cNvPr id="11" name="Footer Placeholder 4">
            <a:extLst>
              <a:ext uri="{FF2B5EF4-FFF2-40B4-BE49-F238E27FC236}">
                <a16:creationId xmlns:a16="http://schemas.microsoft.com/office/drawing/2014/main" id="{E6D9DB53-D9BF-48CD-8D6E-35C64DEC2E7C}"/>
              </a:ext>
            </a:extLst>
          </p:cNvPr>
          <p:cNvSpPr>
            <a:spLocks noGrp="1"/>
          </p:cNvSpPr>
          <p:nvPr>
            <p:ph type="ftr" sz="quarter" idx="11"/>
          </p:nvPr>
        </p:nvSpPr>
        <p:spPr>
          <a:xfrm>
            <a:off x="1853597" y="6492875"/>
            <a:ext cx="9407260" cy="357745"/>
          </a:xfrm>
        </p:spPr>
        <p:txBody>
          <a:bodyPr/>
          <a:lstStyle/>
          <a:p>
            <a:r>
              <a:rPr lang="ko-KR" altLang="en-US"/>
              <a:t>딥 러닝 기초 과정</a:t>
            </a:r>
            <a:endParaRPr lang="ko-KR" altLang="en-US" dirty="0"/>
          </a:p>
        </p:txBody>
      </p:sp>
      <p:cxnSp>
        <p:nvCxnSpPr>
          <p:cNvPr id="13" name="Straight Connector 12">
            <a:extLst>
              <a:ext uri="{FF2B5EF4-FFF2-40B4-BE49-F238E27FC236}">
                <a16:creationId xmlns:a16="http://schemas.microsoft.com/office/drawing/2014/main" id="{EF466DA7-374E-4BF4-8C7D-C1AE4508AEA7}"/>
              </a:ext>
            </a:extLst>
          </p:cNvPr>
          <p:cNvCxnSpPr/>
          <p:nvPr/>
        </p:nvCxnSpPr>
        <p:spPr>
          <a:xfrm>
            <a:off x="0" y="6472327"/>
            <a:ext cx="12192000" cy="0"/>
          </a:xfrm>
          <a:prstGeom prst="line">
            <a:avLst/>
          </a:prstGeom>
          <a:ln>
            <a:solidFill>
              <a:schemeClr val="bg2">
                <a:lumMod val="75000"/>
              </a:schemeClr>
            </a:solidFill>
          </a:ln>
          <a:effectLst>
            <a:outerShdw blurRad="12700" dist="12700" dir="16200000" rotWithShape="0">
              <a:schemeClr val="tx1">
                <a:lumMod val="65000"/>
                <a:lumOff val="35000"/>
                <a:alpha val="30000"/>
              </a:schemeClr>
            </a:outerShdw>
          </a:effectLst>
        </p:spPr>
        <p:style>
          <a:lnRef idx="1">
            <a:schemeClr val="accent3"/>
          </a:lnRef>
          <a:fillRef idx="0">
            <a:schemeClr val="accent3"/>
          </a:fillRef>
          <a:effectRef idx="0">
            <a:schemeClr val="accent3"/>
          </a:effectRef>
          <a:fontRef idx="minor">
            <a:schemeClr val="tx1"/>
          </a:fontRef>
        </p:style>
      </p:cxnSp>
      <p:pic>
        <p:nvPicPr>
          <p:cNvPr id="14" name="Picture 6" descr="C:\Users\admin\AppData\Local\Temp\_AZTMP10_\Signature_05.jpg">
            <a:extLst>
              <a:ext uri="{FF2B5EF4-FFF2-40B4-BE49-F238E27FC236}">
                <a16:creationId xmlns:a16="http://schemas.microsoft.com/office/drawing/2014/main" id="{9C1CA852-CF66-4B66-A69C-2464641553A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1639" b="13518"/>
          <a:stretch/>
        </p:blipFill>
        <p:spPr bwMode="auto">
          <a:xfrm>
            <a:off x="338666" y="6482241"/>
            <a:ext cx="1514931" cy="365125"/>
          </a:xfrm>
          <a:prstGeom prst="rect">
            <a:avLst/>
          </a:prstGeom>
          <a:noFill/>
          <a:extLst>
            <a:ext uri="{909E8E84-426E-40DD-AFC4-6F175D3DCCD1}">
              <a14:hiddenFill xmlns:a14="http://schemas.microsoft.com/office/drawing/2010/main">
                <a:solidFill>
                  <a:srgbClr val="FFFFFF"/>
                </a:solidFill>
              </a14:hiddenFill>
            </a:ext>
          </a:extLst>
        </p:spPr>
      </p:pic>
      <p:sp>
        <p:nvSpPr>
          <p:cNvPr id="15" name="Slide Number Placeholder 5">
            <a:extLst>
              <a:ext uri="{FF2B5EF4-FFF2-40B4-BE49-F238E27FC236}">
                <a16:creationId xmlns:a16="http://schemas.microsoft.com/office/drawing/2014/main" id="{8120F20D-24A5-4DC2-B439-734DAFBD66CF}"/>
              </a:ext>
            </a:extLst>
          </p:cNvPr>
          <p:cNvSpPr>
            <a:spLocks noGrp="1"/>
          </p:cNvSpPr>
          <p:nvPr>
            <p:ph type="sldNum" sz="quarter" idx="4"/>
          </p:nvPr>
        </p:nvSpPr>
        <p:spPr>
          <a:xfrm>
            <a:off x="11260857" y="6492875"/>
            <a:ext cx="592476" cy="357745"/>
          </a:xfrm>
          <a:prstGeom prst="rect">
            <a:avLst/>
          </a:prstGeom>
        </p:spPr>
        <p:txBody>
          <a:bodyPr vert="horz" lIns="91440" tIns="45720" rIns="91440" bIns="45720" rtlCol="0" anchor="ctr"/>
          <a:lstStyle>
            <a:lvl1pPr algn="r">
              <a:defRPr sz="1800" b="1">
                <a:solidFill>
                  <a:schemeClr val="tx1">
                    <a:tint val="75000"/>
                  </a:schemeClr>
                </a:solidFill>
                <a:latin typeface="Book Antiqua" panose="02040602050305030304" pitchFamily="18" charset="0"/>
              </a:defRPr>
            </a:lvl1pPr>
          </a:lstStyle>
          <a:p>
            <a:fld id="{1C8FA38B-43AE-4C7F-AC62-93C06D579860}" type="slidenum">
              <a:rPr lang="ko-KR" altLang="en-US" smtClean="0"/>
              <a:pPr/>
              <a:t>‹#›</a:t>
            </a:fld>
            <a:endParaRPr lang="ko-KR" altLang="en-US" dirty="0"/>
          </a:p>
        </p:txBody>
      </p:sp>
    </p:spTree>
    <p:extLst>
      <p:ext uri="{BB962C8B-B14F-4D97-AF65-F5344CB8AC3E}">
        <p14:creationId xmlns:p14="http://schemas.microsoft.com/office/powerpoint/2010/main" val="27082708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cxnSp>
        <p:nvCxnSpPr>
          <p:cNvPr id="5" name="Straight Connector 4"/>
          <p:cNvCxnSpPr/>
          <p:nvPr/>
        </p:nvCxnSpPr>
        <p:spPr>
          <a:xfrm>
            <a:off x="0" y="6472327"/>
            <a:ext cx="12192000" cy="0"/>
          </a:xfrm>
          <a:prstGeom prst="line">
            <a:avLst/>
          </a:prstGeom>
          <a:ln>
            <a:solidFill>
              <a:schemeClr val="bg2">
                <a:lumMod val="75000"/>
              </a:schemeClr>
            </a:solidFill>
          </a:ln>
          <a:effectLst>
            <a:outerShdw blurRad="12700" dist="12700" dir="16200000" rotWithShape="0">
              <a:schemeClr val="tx1">
                <a:lumMod val="65000"/>
                <a:lumOff val="35000"/>
                <a:alpha val="30000"/>
              </a:schemeClr>
            </a:outerShdw>
          </a:effectLst>
        </p:spPr>
        <p:style>
          <a:lnRef idx="1">
            <a:schemeClr val="accent3"/>
          </a:lnRef>
          <a:fillRef idx="0">
            <a:schemeClr val="accent3"/>
          </a:fillRef>
          <a:effectRef idx="0">
            <a:schemeClr val="accent3"/>
          </a:effectRef>
          <a:fontRef idx="minor">
            <a:schemeClr val="tx1"/>
          </a:fontRef>
        </p:style>
      </p:cxnSp>
      <p:sp>
        <p:nvSpPr>
          <p:cNvPr id="6" name="Footer Placeholder 4">
            <a:extLst>
              <a:ext uri="{FF2B5EF4-FFF2-40B4-BE49-F238E27FC236}">
                <a16:creationId xmlns:a16="http://schemas.microsoft.com/office/drawing/2014/main" id="{5C42FA56-09DB-4116-B482-71F0FE8E9567}"/>
              </a:ext>
            </a:extLst>
          </p:cNvPr>
          <p:cNvSpPr>
            <a:spLocks noGrp="1"/>
          </p:cNvSpPr>
          <p:nvPr>
            <p:ph type="ftr" sz="quarter" idx="11"/>
          </p:nvPr>
        </p:nvSpPr>
        <p:spPr>
          <a:xfrm>
            <a:off x="1853597" y="6492875"/>
            <a:ext cx="9407260" cy="357745"/>
          </a:xfrm>
        </p:spPr>
        <p:txBody>
          <a:bodyPr/>
          <a:lstStyle/>
          <a:p>
            <a:r>
              <a:rPr lang="ko-KR" altLang="en-US"/>
              <a:t>딥 러닝 기초 과정</a:t>
            </a:r>
            <a:endParaRPr lang="ko-KR" altLang="en-US" dirty="0"/>
          </a:p>
        </p:txBody>
      </p:sp>
      <p:cxnSp>
        <p:nvCxnSpPr>
          <p:cNvPr id="8" name="Straight Connector 7">
            <a:extLst>
              <a:ext uri="{FF2B5EF4-FFF2-40B4-BE49-F238E27FC236}">
                <a16:creationId xmlns:a16="http://schemas.microsoft.com/office/drawing/2014/main" id="{44661D6D-C226-43B2-92A8-39485173A465}"/>
              </a:ext>
            </a:extLst>
          </p:cNvPr>
          <p:cNvCxnSpPr/>
          <p:nvPr/>
        </p:nvCxnSpPr>
        <p:spPr>
          <a:xfrm>
            <a:off x="0" y="6472327"/>
            <a:ext cx="12192000" cy="0"/>
          </a:xfrm>
          <a:prstGeom prst="line">
            <a:avLst/>
          </a:prstGeom>
          <a:ln>
            <a:solidFill>
              <a:schemeClr val="bg2">
                <a:lumMod val="75000"/>
              </a:schemeClr>
            </a:solidFill>
          </a:ln>
          <a:effectLst>
            <a:outerShdw blurRad="12700" dist="12700" dir="16200000" rotWithShape="0">
              <a:schemeClr val="tx1">
                <a:lumMod val="65000"/>
                <a:lumOff val="35000"/>
                <a:alpha val="30000"/>
              </a:schemeClr>
            </a:outerShdw>
          </a:effectLst>
        </p:spPr>
        <p:style>
          <a:lnRef idx="1">
            <a:schemeClr val="accent3"/>
          </a:lnRef>
          <a:fillRef idx="0">
            <a:schemeClr val="accent3"/>
          </a:fillRef>
          <a:effectRef idx="0">
            <a:schemeClr val="accent3"/>
          </a:effectRef>
          <a:fontRef idx="minor">
            <a:schemeClr val="tx1"/>
          </a:fontRef>
        </p:style>
      </p:cxnSp>
      <p:pic>
        <p:nvPicPr>
          <p:cNvPr id="9" name="Picture 6" descr="C:\Users\admin\AppData\Local\Temp\_AZTMP10_\Signature_05.jpg">
            <a:extLst>
              <a:ext uri="{FF2B5EF4-FFF2-40B4-BE49-F238E27FC236}">
                <a16:creationId xmlns:a16="http://schemas.microsoft.com/office/drawing/2014/main" id="{41894ECC-240D-4726-86C8-92E9654885E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1639" b="13518"/>
          <a:stretch/>
        </p:blipFill>
        <p:spPr bwMode="auto">
          <a:xfrm>
            <a:off x="338666" y="6482241"/>
            <a:ext cx="1514931" cy="365125"/>
          </a:xfrm>
          <a:prstGeom prst="rect">
            <a:avLst/>
          </a:prstGeom>
          <a:noFill/>
          <a:extLst>
            <a:ext uri="{909E8E84-426E-40DD-AFC4-6F175D3DCCD1}">
              <a14:hiddenFill xmlns:a14="http://schemas.microsoft.com/office/drawing/2010/main">
                <a:solidFill>
                  <a:srgbClr val="FFFFFF"/>
                </a:solidFill>
              </a14:hiddenFill>
            </a:ext>
          </a:extLst>
        </p:spPr>
      </p:pic>
      <p:sp>
        <p:nvSpPr>
          <p:cNvPr id="10" name="Slide Number Placeholder 5">
            <a:extLst>
              <a:ext uri="{FF2B5EF4-FFF2-40B4-BE49-F238E27FC236}">
                <a16:creationId xmlns:a16="http://schemas.microsoft.com/office/drawing/2014/main" id="{052F6720-71B5-4942-B8F4-C7FF7B734610}"/>
              </a:ext>
            </a:extLst>
          </p:cNvPr>
          <p:cNvSpPr>
            <a:spLocks noGrp="1"/>
          </p:cNvSpPr>
          <p:nvPr>
            <p:ph type="sldNum" sz="quarter" idx="4"/>
          </p:nvPr>
        </p:nvSpPr>
        <p:spPr>
          <a:xfrm>
            <a:off x="11260857" y="6492875"/>
            <a:ext cx="592476" cy="357745"/>
          </a:xfrm>
          <a:prstGeom prst="rect">
            <a:avLst/>
          </a:prstGeom>
        </p:spPr>
        <p:txBody>
          <a:bodyPr vert="horz" lIns="91440" tIns="45720" rIns="91440" bIns="45720" rtlCol="0" anchor="ctr"/>
          <a:lstStyle>
            <a:lvl1pPr algn="r">
              <a:defRPr sz="1800" b="1">
                <a:solidFill>
                  <a:schemeClr val="tx1">
                    <a:tint val="75000"/>
                  </a:schemeClr>
                </a:solidFill>
                <a:latin typeface="Book Antiqua" panose="02040602050305030304" pitchFamily="18" charset="0"/>
              </a:defRPr>
            </a:lvl1pPr>
          </a:lstStyle>
          <a:p>
            <a:fld id="{1C8FA38B-43AE-4C7F-AC62-93C06D579860}" type="slidenum">
              <a:rPr lang="ko-KR" altLang="en-US" smtClean="0"/>
              <a:pPr/>
              <a:t>‹#›</a:t>
            </a:fld>
            <a:endParaRPr lang="ko-KR" altLang="en-US" dirty="0"/>
          </a:p>
        </p:txBody>
      </p:sp>
    </p:spTree>
    <p:extLst>
      <p:ext uri="{BB962C8B-B14F-4D97-AF65-F5344CB8AC3E}">
        <p14:creationId xmlns:p14="http://schemas.microsoft.com/office/powerpoint/2010/main" val="76669301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Empty">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622708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제목 슬라이드" type="title" preserve="1">
  <p:cSld name="제목 슬라이드">
    <p:spTree>
      <p:nvGrpSpPr>
        <p:cNvPr id="1" name="Shape 14"/>
        <p:cNvGrpSpPr/>
        <p:nvPr/>
      </p:nvGrpSpPr>
      <p:grpSpPr>
        <a:xfrm>
          <a:off x="0" y="0"/>
          <a:ext cx="0" cy="0"/>
          <a:chOff x="0" y="0"/>
          <a:chExt cx="0" cy="0"/>
        </a:xfrm>
      </p:grpSpPr>
      <p:sp>
        <p:nvSpPr>
          <p:cNvPr id="15" name="Google Shape;15;p11"/>
          <p:cNvSpPr txBox="1">
            <a:spLocks noGrp="1"/>
          </p:cNvSpPr>
          <p:nvPr>
            <p:ph type="ctrTitle"/>
          </p:nvPr>
        </p:nvSpPr>
        <p:spPr>
          <a:xfrm>
            <a:off x="0" y="558800"/>
            <a:ext cx="12192000" cy="3591960"/>
          </a:xfrm>
          <a:prstGeom prst="rect">
            <a:avLst/>
          </a:prstGeom>
          <a:noFill/>
          <a:ln>
            <a:noFill/>
          </a:ln>
        </p:spPr>
        <p:txBody>
          <a:bodyPr spcFirstLastPara="1" wrap="square" lIns="91425" tIns="45700" rIns="91425" bIns="45700" anchor="ctr" anchorCtr="0">
            <a:normAutofit/>
          </a:bodyPr>
          <a:lstStyle>
            <a:lvl1pPr lvl="0" algn="ctr">
              <a:lnSpc>
                <a:spcPct val="90000"/>
              </a:lnSpc>
              <a:spcBef>
                <a:spcPts val="0"/>
              </a:spcBef>
              <a:spcAft>
                <a:spcPts val="0"/>
              </a:spcAft>
              <a:buClr>
                <a:srgbClr val="002060"/>
              </a:buClr>
              <a:buSzPts val="4400"/>
              <a:buFont typeface="Book Antiqua"/>
              <a:buNone/>
              <a:defRPr sz="4400">
                <a:solidFill>
                  <a:srgbClr val="002060"/>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Click to edit Master title style</a:t>
            </a:r>
            <a:endParaRPr/>
          </a:p>
        </p:txBody>
      </p:sp>
      <p:sp>
        <p:nvSpPr>
          <p:cNvPr id="16" name="Google Shape;16;p11"/>
          <p:cNvSpPr txBox="1">
            <a:spLocks noGrp="1"/>
          </p:cNvSpPr>
          <p:nvPr>
            <p:ph type="subTitle" idx="1"/>
          </p:nvPr>
        </p:nvSpPr>
        <p:spPr>
          <a:xfrm>
            <a:off x="0" y="4869952"/>
            <a:ext cx="12192000" cy="1438382"/>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1000"/>
              </a:spcBef>
              <a:spcAft>
                <a:spcPts val="0"/>
              </a:spcAft>
              <a:buClr>
                <a:schemeClr val="dk1"/>
              </a:buClr>
              <a:buSzPts val="2000"/>
              <a:buNone/>
              <a:defRPr sz="2000"/>
            </a:lvl1pPr>
            <a:lvl2pPr lvl="1" algn="ctr">
              <a:lnSpc>
                <a:spcPct val="100000"/>
              </a:lnSpc>
              <a:spcBef>
                <a:spcPts val="500"/>
              </a:spcBef>
              <a:spcAft>
                <a:spcPts val="0"/>
              </a:spcAft>
              <a:buClr>
                <a:schemeClr val="dk1"/>
              </a:buClr>
              <a:buSzPts val="2000"/>
              <a:buNone/>
              <a:defRPr sz="2000"/>
            </a:lvl2pPr>
            <a:lvl3pPr lvl="2" algn="ctr">
              <a:lnSpc>
                <a:spcPct val="100000"/>
              </a:lnSpc>
              <a:spcBef>
                <a:spcPts val="500"/>
              </a:spcBef>
              <a:spcAft>
                <a:spcPts val="0"/>
              </a:spcAft>
              <a:buClr>
                <a:schemeClr val="dk1"/>
              </a:buClr>
              <a:buSzPts val="1800"/>
              <a:buNone/>
              <a:defRPr sz="1800"/>
            </a:lvl3pPr>
            <a:lvl4pPr lvl="3" algn="ctr">
              <a:lnSpc>
                <a:spcPct val="100000"/>
              </a:lnSpc>
              <a:spcBef>
                <a:spcPts val="500"/>
              </a:spcBef>
              <a:spcAft>
                <a:spcPts val="0"/>
              </a:spcAft>
              <a:buClr>
                <a:schemeClr val="dk1"/>
              </a:buClr>
              <a:buSzPts val="1600"/>
              <a:buNone/>
              <a:defRPr sz="1600"/>
            </a:lvl4pPr>
            <a:lvl5pPr lvl="4" algn="ctr">
              <a:lnSpc>
                <a:spcPct val="10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r>
              <a:rPr lang="en-US"/>
              <a:t>Click to edit Master subtitle style</a:t>
            </a:r>
            <a:endParaRPr/>
          </a:p>
        </p:txBody>
      </p:sp>
    </p:spTree>
    <p:extLst>
      <p:ext uri="{BB962C8B-B14F-4D97-AF65-F5344CB8AC3E}">
        <p14:creationId xmlns:p14="http://schemas.microsoft.com/office/powerpoint/2010/main" val="23173184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제목 및 내용" type="obj" preserve="1">
  <p:cSld name="제목 및 내용">
    <p:spTree>
      <p:nvGrpSpPr>
        <p:cNvPr id="1" name="Shape 17"/>
        <p:cNvGrpSpPr/>
        <p:nvPr/>
      </p:nvGrpSpPr>
      <p:grpSpPr>
        <a:xfrm>
          <a:off x="0" y="0"/>
          <a:ext cx="0" cy="0"/>
          <a:chOff x="0" y="0"/>
          <a:chExt cx="0" cy="0"/>
        </a:xfrm>
      </p:grpSpPr>
      <p:sp>
        <p:nvSpPr>
          <p:cNvPr id="18" name="Google Shape;18;p12"/>
          <p:cNvSpPr txBox="1">
            <a:spLocks noGrp="1"/>
          </p:cNvSpPr>
          <p:nvPr>
            <p:ph type="title"/>
          </p:nvPr>
        </p:nvSpPr>
        <p:spPr>
          <a:xfrm>
            <a:off x="338666" y="10634"/>
            <a:ext cx="11514667" cy="687738"/>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Click to edit Master title style</a:t>
            </a:r>
            <a:endParaRPr/>
          </a:p>
        </p:txBody>
      </p:sp>
      <p:sp>
        <p:nvSpPr>
          <p:cNvPr id="19" name="Google Shape;19;p12"/>
          <p:cNvSpPr txBox="1">
            <a:spLocks noGrp="1"/>
          </p:cNvSpPr>
          <p:nvPr>
            <p:ph type="body" idx="1"/>
          </p:nvPr>
        </p:nvSpPr>
        <p:spPr>
          <a:xfrm>
            <a:off x="338667" y="883578"/>
            <a:ext cx="11514666" cy="542409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1000"/>
              </a:spcBef>
              <a:spcAft>
                <a:spcPts val="0"/>
              </a:spcAft>
              <a:buClr>
                <a:schemeClr val="dk1"/>
              </a:buClr>
              <a:buSzPts val="1800"/>
              <a:buChar char="▪"/>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20" name="Google Shape;20;p12"/>
          <p:cNvSpPr txBox="1">
            <a:spLocks noGrp="1"/>
          </p:cNvSpPr>
          <p:nvPr>
            <p:ph type="ftr" idx="11"/>
          </p:nvPr>
        </p:nvSpPr>
        <p:spPr>
          <a:xfrm>
            <a:off x="1853597" y="6492875"/>
            <a:ext cx="9407260" cy="35774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7F7F7F"/>
              </a:buClr>
              <a:buSzPts val="1800"/>
              <a:buChar char="•"/>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lang="en-US"/>
          </a:p>
        </p:txBody>
      </p:sp>
      <p:cxnSp>
        <p:nvCxnSpPr>
          <p:cNvPr id="21" name="Google Shape;21;p12"/>
          <p:cNvCxnSpPr/>
          <p:nvPr/>
        </p:nvCxnSpPr>
        <p:spPr>
          <a:xfrm>
            <a:off x="0" y="682029"/>
            <a:ext cx="7551506" cy="0"/>
          </a:xfrm>
          <a:prstGeom prst="straightConnector1">
            <a:avLst/>
          </a:prstGeom>
          <a:noFill/>
          <a:ln w="28575" cap="flat" cmpd="sng">
            <a:solidFill>
              <a:srgbClr val="002994"/>
            </a:solidFill>
            <a:prstDash val="solid"/>
            <a:miter lim="800000"/>
            <a:headEnd type="none" w="sm" len="sm"/>
            <a:tailEnd type="none" w="sm" len="sm"/>
          </a:ln>
          <a:effectLst>
            <a:outerShdw blurRad="50800" dist="38100" dir="2700000" algn="tl" rotWithShape="0">
              <a:srgbClr val="000000">
                <a:alpha val="20000"/>
              </a:srgbClr>
            </a:outerShdw>
          </a:effectLst>
        </p:spPr>
      </p:cxnSp>
      <p:cxnSp>
        <p:nvCxnSpPr>
          <p:cNvPr id="22" name="Google Shape;22;p12"/>
          <p:cNvCxnSpPr/>
          <p:nvPr/>
        </p:nvCxnSpPr>
        <p:spPr>
          <a:xfrm>
            <a:off x="7551506" y="682029"/>
            <a:ext cx="3595955" cy="0"/>
          </a:xfrm>
          <a:prstGeom prst="straightConnector1">
            <a:avLst/>
          </a:prstGeom>
          <a:noFill/>
          <a:ln w="28575" cap="flat" cmpd="sng">
            <a:solidFill>
              <a:srgbClr val="000000"/>
            </a:solidFill>
            <a:prstDash val="solid"/>
            <a:miter lim="800000"/>
            <a:headEnd type="none" w="sm" len="sm"/>
            <a:tailEnd type="none" w="sm" len="sm"/>
          </a:ln>
          <a:effectLst>
            <a:outerShdw blurRad="50800" dist="38100" dir="2700000" algn="tl" rotWithShape="0">
              <a:srgbClr val="000000">
                <a:alpha val="20000"/>
              </a:srgbClr>
            </a:outerShdw>
          </a:effectLst>
        </p:spPr>
      </p:cxnSp>
      <p:cxnSp>
        <p:nvCxnSpPr>
          <p:cNvPr id="23" name="Google Shape;23;p12"/>
          <p:cNvCxnSpPr/>
          <p:nvPr/>
        </p:nvCxnSpPr>
        <p:spPr>
          <a:xfrm>
            <a:off x="11147461" y="682029"/>
            <a:ext cx="1044539" cy="0"/>
          </a:xfrm>
          <a:prstGeom prst="straightConnector1">
            <a:avLst/>
          </a:prstGeom>
          <a:noFill/>
          <a:ln w="28575" cap="flat" cmpd="sng">
            <a:solidFill>
              <a:srgbClr val="AEABAB"/>
            </a:solidFill>
            <a:prstDash val="solid"/>
            <a:miter lim="800000"/>
            <a:headEnd type="none" w="sm" len="sm"/>
            <a:tailEnd type="none" w="sm" len="sm"/>
          </a:ln>
          <a:effectLst>
            <a:outerShdw blurRad="50800" dist="38100" dir="2700000" algn="tl" rotWithShape="0">
              <a:srgbClr val="000000">
                <a:alpha val="20000"/>
              </a:srgbClr>
            </a:outerShdw>
          </a:effectLst>
        </p:spPr>
      </p:cxnSp>
      <p:cxnSp>
        <p:nvCxnSpPr>
          <p:cNvPr id="24" name="Google Shape;24;p12"/>
          <p:cNvCxnSpPr/>
          <p:nvPr/>
        </p:nvCxnSpPr>
        <p:spPr>
          <a:xfrm>
            <a:off x="0" y="6472327"/>
            <a:ext cx="12192000" cy="0"/>
          </a:xfrm>
          <a:prstGeom prst="straightConnector1">
            <a:avLst/>
          </a:prstGeom>
          <a:noFill/>
          <a:ln w="9525" cap="flat" cmpd="sng">
            <a:solidFill>
              <a:srgbClr val="AEABAB"/>
            </a:solidFill>
            <a:prstDash val="solid"/>
            <a:miter lim="800000"/>
            <a:headEnd type="none" w="sm" len="sm"/>
            <a:tailEnd type="none" w="sm" len="sm"/>
          </a:ln>
          <a:effectLst>
            <a:outerShdw blurRad="12700" dist="12700" dir="16200000" rotWithShape="0">
              <a:srgbClr val="595959">
                <a:alpha val="29411"/>
              </a:srgbClr>
            </a:outerShdw>
          </a:effectLst>
        </p:spPr>
      </p:cxnSp>
      <p:pic>
        <p:nvPicPr>
          <p:cNvPr id="25" name="Google Shape;25;p12" descr="C:\Users\admin\AppData\Local\Temp\_AZTMP10_\Signature_05.jpg"/>
          <p:cNvPicPr preferRelativeResize="0"/>
          <p:nvPr/>
        </p:nvPicPr>
        <p:blipFill rotWithShape="1">
          <a:blip r:embed="rId2">
            <a:alphaModFix/>
          </a:blip>
          <a:srcRect t="11639" b="13517"/>
          <a:stretch/>
        </p:blipFill>
        <p:spPr>
          <a:xfrm>
            <a:off x="338666" y="6482241"/>
            <a:ext cx="1514931" cy="365125"/>
          </a:xfrm>
          <a:prstGeom prst="rect">
            <a:avLst/>
          </a:prstGeom>
          <a:noFill/>
          <a:ln>
            <a:noFill/>
          </a:ln>
        </p:spPr>
      </p:pic>
      <p:sp>
        <p:nvSpPr>
          <p:cNvPr id="26" name="Google Shape;26;p12"/>
          <p:cNvSpPr txBox="1">
            <a:spLocks noGrp="1"/>
          </p:cNvSpPr>
          <p:nvPr>
            <p:ph type="sldNum" idx="12"/>
          </p:nvPr>
        </p:nvSpPr>
        <p:spPr>
          <a:xfrm>
            <a:off x="11260857" y="6492875"/>
            <a:ext cx="592476" cy="35774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1pPr>
            <a:lvl2pPr marL="0" marR="0" lvl="1"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2pPr>
            <a:lvl3pPr marL="0" marR="0" lvl="2"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3pPr>
            <a:lvl4pPr marL="0" marR="0" lvl="3"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4pPr>
            <a:lvl5pPr marL="0" marR="0" lvl="4"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5pPr>
            <a:lvl6pPr marL="0" marR="0" lvl="5"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6pPr>
            <a:lvl7pPr marL="0" marR="0" lvl="6"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7pPr>
            <a:lvl8pPr marL="0" marR="0" lvl="7"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8pPr>
            <a:lvl9pPr marL="0" marR="0" lvl="8"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9pPr>
          </a:lstStyle>
          <a:p>
            <a:fld id="{3692ECA5-C886-47BE-9A62-4B474593A338}" type="slidenum">
              <a:rPr lang="en-US" smtClean="0"/>
              <a:t>‹#›</a:t>
            </a:fld>
            <a:endParaRPr lang="en-US"/>
          </a:p>
        </p:txBody>
      </p:sp>
    </p:spTree>
    <p:extLst>
      <p:ext uri="{BB962C8B-B14F-4D97-AF65-F5344CB8AC3E}">
        <p14:creationId xmlns:p14="http://schemas.microsoft.com/office/powerpoint/2010/main" val="400535962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ly Content" preserve="1">
  <p:cSld name="Only Content">
    <p:spTree>
      <p:nvGrpSpPr>
        <p:cNvPr id="1" name="Shape 27"/>
        <p:cNvGrpSpPr/>
        <p:nvPr/>
      </p:nvGrpSpPr>
      <p:grpSpPr>
        <a:xfrm>
          <a:off x="0" y="0"/>
          <a:ext cx="0" cy="0"/>
          <a:chOff x="0" y="0"/>
          <a:chExt cx="0" cy="0"/>
        </a:xfrm>
      </p:grpSpPr>
      <p:sp>
        <p:nvSpPr>
          <p:cNvPr id="28" name="Google Shape;28;p13"/>
          <p:cNvSpPr txBox="1">
            <a:spLocks noGrp="1"/>
          </p:cNvSpPr>
          <p:nvPr>
            <p:ph type="body" idx="1"/>
          </p:nvPr>
        </p:nvSpPr>
        <p:spPr>
          <a:xfrm>
            <a:off x="338667" y="548640"/>
            <a:ext cx="11514600" cy="5759100"/>
          </a:xfrm>
          <a:prstGeom prst="rect">
            <a:avLst/>
          </a:prstGeom>
          <a:noFill/>
          <a:ln>
            <a:noFill/>
          </a:ln>
        </p:spPr>
        <p:txBody>
          <a:bodyPr spcFirstLastPara="1" wrap="square" lIns="91425" tIns="45700" rIns="91425" bIns="45700" anchor="ctr" anchorCtr="0">
            <a:normAutofit/>
          </a:bodyPr>
          <a:lstStyle>
            <a:lvl1pPr marL="457200" lvl="0" indent="-342900" algn="ctr">
              <a:spcBef>
                <a:spcPts val="0"/>
              </a:spcBef>
              <a:spcAft>
                <a:spcPts val="0"/>
              </a:spcAft>
              <a:buClr>
                <a:schemeClr val="dk1"/>
              </a:buClr>
              <a:buSzPts val="1800"/>
              <a:buChar char="▪"/>
              <a:defRPr sz="16600" b="1">
                <a:solidFill>
                  <a:schemeClr val="lt1"/>
                </a:solidFill>
                <a:latin typeface="Arial"/>
                <a:ea typeface="Arial"/>
                <a:cs typeface="Arial"/>
                <a:sym typeface="Aria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lvl="0"/>
            <a:r>
              <a:rPr lang="en-US"/>
              <a:t>Click to edit Master text styles</a:t>
            </a:r>
          </a:p>
        </p:txBody>
      </p:sp>
      <p:cxnSp>
        <p:nvCxnSpPr>
          <p:cNvPr id="29" name="Google Shape;29;p13"/>
          <p:cNvCxnSpPr/>
          <p:nvPr/>
        </p:nvCxnSpPr>
        <p:spPr>
          <a:xfrm>
            <a:off x="0" y="6472327"/>
            <a:ext cx="12192000" cy="0"/>
          </a:xfrm>
          <a:prstGeom prst="straightConnector1">
            <a:avLst/>
          </a:prstGeom>
          <a:noFill/>
          <a:ln w="9525" cap="flat" cmpd="sng">
            <a:solidFill>
              <a:srgbClr val="AEABAB"/>
            </a:solidFill>
            <a:prstDash val="solid"/>
            <a:miter lim="800000"/>
            <a:headEnd type="none" w="sm" len="sm"/>
            <a:tailEnd type="none" w="sm" len="sm"/>
          </a:ln>
          <a:effectLst>
            <a:outerShdw blurRad="12700" dist="12700" dir="16200000" rotWithShape="0">
              <a:srgbClr val="595959">
                <a:alpha val="29411"/>
              </a:srgbClr>
            </a:outerShdw>
          </a:effectLst>
        </p:spPr>
      </p:cxnSp>
      <p:sp>
        <p:nvSpPr>
          <p:cNvPr id="30" name="Google Shape;30;p13"/>
          <p:cNvSpPr txBox="1">
            <a:spLocks noGrp="1"/>
          </p:cNvSpPr>
          <p:nvPr>
            <p:ph type="ftr" idx="11"/>
          </p:nvPr>
        </p:nvSpPr>
        <p:spPr>
          <a:xfrm>
            <a:off x="1853597" y="6492875"/>
            <a:ext cx="9407260" cy="35774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7F7F7F"/>
              </a:buClr>
              <a:buSzPts val="1800"/>
              <a:buChar char="•"/>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lang="en-US"/>
          </a:p>
        </p:txBody>
      </p:sp>
      <p:cxnSp>
        <p:nvCxnSpPr>
          <p:cNvPr id="31" name="Google Shape;31;p13"/>
          <p:cNvCxnSpPr/>
          <p:nvPr/>
        </p:nvCxnSpPr>
        <p:spPr>
          <a:xfrm>
            <a:off x="0" y="6472327"/>
            <a:ext cx="12192000" cy="0"/>
          </a:xfrm>
          <a:prstGeom prst="straightConnector1">
            <a:avLst/>
          </a:prstGeom>
          <a:noFill/>
          <a:ln w="9525" cap="flat" cmpd="sng">
            <a:solidFill>
              <a:srgbClr val="AEABAB"/>
            </a:solidFill>
            <a:prstDash val="solid"/>
            <a:miter lim="800000"/>
            <a:headEnd type="none" w="sm" len="sm"/>
            <a:tailEnd type="none" w="sm" len="sm"/>
          </a:ln>
          <a:effectLst>
            <a:outerShdw blurRad="12700" dist="12700" dir="16200000" rotWithShape="0">
              <a:srgbClr val="595959">
                <a:alpha val="29411"/>
              </a:srgbClr>
            </a:outerShdw>
          </a:effectLst>
        </p:spPr>
      </p:cxnSp>
      <p:pic>
        <p:nvPicPr>
          <p:cNvPr id="32" name="Google Shape;32;p13" descr="C:\Users\admin\AppData\Local\Temp\_AZTMP10_\Signature_05.jpg"/>
          <p:cNvPicPr preferRelativeResize="0"/>
          <p:nvPr/>
        </p:nvPicPr>
        <p:blipFill rotWithShape="1">
          <a:blip r:embed="rId2">
            <a:alphaModFix/>
          </a:blip>
          <a:srcRect t="11639" b="13517"/>
          <a:stretch/>
        </p:blipFill>
        <p:spPr>
          <a:xfrm>
            <a:off x="338666" y="6482241"/>
            <a:ext cx="1514931" cy="365125"/>
          </a:xfrm>
          <a:prstGeom prst="rect">
            <a:avLst/>
          </a:prstGeom>
          <a:noFill/>
          <a:ln>
            <a:noFill/>
          </a:ln>
        </p:spPr>
      </p:pic>
      <p:sp>
        <p:nvSpPr>
          <p:cNvPr id="33" name="Google Shape;33;p13"/>
          <p:cNvSpPr txBox="1">
            <a:spLocks noGrp="1"/>
          </p:cNvSpPr>
          <p:nvPr>
            <p:ph type="sldNum" idx="12"/>
          </p:nvPr>
        </p:nvSpPr>
        <p:spPr>
          <a:xfrm>
            <a:off x="11260857" y="6492875"/>
            <a:ext cx="592476" cy="35774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1pPr>
            <a:lvl2pPr marL="0" marR="0" lvl="1"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2pPr>
            <a:lvl3pPr marL="0" marR="0" lvl="2"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3pPr>
            <a:lvl4pPr marL="0" marR="0" lvl="3"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4pPr>
            <a:lvl5pPr marL="0" marR="0" lvl="4"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5pPr>
            <a:lvl6pPr marL="0" marR="0" lvl="5"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6pPr>
            <a:lvl7pPr marL="0" marR="0" lvl="6"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7pPr>
            <a:lvl8pPr marL="0" marR="0" lvl="7"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8pPr>
            <a:lvl9pPr marL="0" marR="0" lvl="8"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9pPr>
          </a:lstStyle>
          <a:p>
            <a:fld id="{3692ECA5-C886-47BE-9A62-4B474593A338}" type="slidenum">
              <a:rPr lang="en-US" smtClean="0"/>
              <a:t>‹#›</a:t>
            </a:fld>
            <a:endParaRPr lang="en-US"/>
          </a:p>
        </p:txBody>
      </p:sp>
    </p:spTree>
    <p:extLst>
      <p:ext uri="{BB962C8B-B14F-4D97-AF65-F5344CB8AC3E}">
        <p14:creationId xmlns:p14="http://schemas.microsoft.com/office/powerpoint/2010/main" val="301703094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구역 머리글" type="secHead" preserve="1">
  <p:cSld name="구역 머리글">
    <p:spTree>
      <p:nvGrpSpPr>
        <p:cNvPr id="1" name="Shape 34"/>
        <p:cNvGrpSpPr/>
        <p:nvPr/>
      </p:nvGrpSpPr>
      <p:grpSpPr>
        <a:xfrm>
          <a:off x="0" y="0"/>
          <a:ext cx="0" cy="0"/>
          <a:chOff x="0" y="0"/>
          <a:chExt cx="0" cy="0"/>
        </a:xfrm>
      </p:grpSpPr>
      <p:sp>
        <p:nvSpPr>
          <p:cNvPr id="35" name="Google Shape;35;p14"/>
          <p:cNvSpPr txBox="1">
            <a:spLocks noGrp="1"/>
          </p:cNvSpPr>
          <p:nvPr>
            <p:ph type="title"/>
          </p:nvPr>
        </p:nvSpPr>
        <p:spPr>
          <a:xfrm>
            <a:off x="0" y="1277938"/>
            <a:ext cx="12179300" cy="29083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5400"/>
              <a:buFont typeface="Book Antiqua"/>
              <a:buNone/>
              <a:defRPr sz="5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Click to edit Master title style</a:t>
            </a:r>
            <a:endParaRPr/>
          </a:p>
        </p:txBody>
      </p:sp>
      <p:sp>
        <p:nvSpPr>
          <p:cNvPr id="36" name="Google Shape;36;p14"/>
          <p:cNvSpPr txBox="1">
            <a:spLocks noGrp="1"/>
          </p:cNvSpPr>
          <p:nvPr>
            <p:ph type="body" idx="1"/>
          </p:nvPr>
        </p:nvSpPr>
        <p:spPr>
          <a:xfrm>
            <a:off x="0" y="4589463"/>
            <a:ext cx="121793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rgbClr val="888888"/>
              </a:buClr>
              <a:buSzPts val="2400"/>
              <a:buNone/>
              <a:defRPr sz="2400">
                <a:solidFill>
                  <a:srgbClr val="888888"/>
                </a:solidFill>
              </a:defRPr>
            </a:lvl1pPr>
            <a:lvl2pPr marL="914400" lvl="1" indent="-228600" algn="l">
              <a:lnSpc>
                <a:spcPct val="100000"/>
              </a:lnSpc>
              <a:spcBef>
                <a:spcPts val="500"/>
              </a:spcBef>
              <a:spcAft>
                <a:spcPts val="0"/>
              </a:spcAft>
              <a:buClr>
                <a:srgbClr val="888888"/>
              </a:buClr>
              <a:buSzPts val="2000"/>
              <a:buNone/>
              <a:defRPr sz="2000">
                <a:solidFill>
                  <a:srgbClr val="888888"/>
                </a:solidFill>
              </a:defRPr>
            </a:lvl2pPr>
            <a:lvl3pPr marL="1371600" lvl="2" indent="-228600" algn="l">
              <a:lnSpc>
                <a:spcPct val="100000"/>
              </a:lnSpc>
              <a:spcBef>
                <a:spcPts val="500"/>
              </a:spcBef>
              <a:spcAft>
                <a:spcPts val="0"/>
              </a:spcAft>
              <a:buClr>
                <a:srgbClr val="888888"/>
              </a:buClr>
              <a:buSzPts val="1800"/>
              <a:buNone/>
              <a:defRPr sz="1800">
                <a:solidFill>
                  <a:srgbClr val="888888"/>
                </a:solidFill>
              </a:defRPr>
            </a:lvl3pPr>
            <a:lvl4pPr marL="1828800" lvl="3" indent="-228600" algn="l">
              <a:lnSpc>
                <a:spcPct val="100000"/>
              </a:lnSpc>
              <a:spcBef>
                <a:spcPts val="500"/>
              </a:spcBef>
              <a:spcAft>
                <a:spcPts val="0"/>
              </a:spcAft>
              <a:buClr>
                <a:srgbClr val="888888"/>
              </a:buClr>
              <a:buSzPts val="1600"/>
              <a:buNone/>
              <a:defRPr sz="1600">
                <a:solidFill>
                  <a:srgbClr val="888888"/>
                </a:solidFill>
              </a:defRPr>
            </a:lvl4pPr>
            <a:lvl5pPr marL="2286000" lvl="4" indent="-228600" algn="l">
              <a:lnSpc>
                <a:spcPct val="10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pPr lvl="0"/>
            <a:r>
              <a:rPr lang="en-US"/>
              <a:t>Click to edit Master text styles</a:t>
            </a:r>
          </a:p>
        </p:txBody>
      </p:sp>
    </p:spTree>
    <p:extLst>
      <p:ext uri="{BB962C8B-B14F-4D97-AF65-F5344CB8AC3E}">
        <p14:creationId xmlns:p14="http://schemas.microsoft.com/office/powerpoint/2010/main" val="3087818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콘텐츠 2개" type="twoObj" preserve="1">
  <p:cSld name="콘텐츠 2개">
    <p:spTree>
      <p:nvGrpSpPr>
        <p:cNvPr id="1" name="Shape 37"/>
        <p:cNvGrpSpPr/>
        <p:nvPr/>
      </p:nvGrpSpPr>
      <p:grpSpPr>
        <a:xfrm>
          <a:off x="0" y="0"/>
          <a:ext cx="0" cy="0"/>
          <a:chOff x="0" y="0"/>
          <a:chExt cx="0" cy="0"/>
        </a:xfrm>
      </p:grpSpPr>
      <p:sp>
        <p:nvSpPr>
          <p:cNvPr id="38" name="Google Shape;38;p15"/>
          <p:cNvSpPr txBox="1">
            <a:spLocks noGrp="1"/>
          </p:cNvSpPr>
          <p:nvPr>
            <p:ph type="title"/>
          </p:nvPr>
        </p:nvSpPr>
        <p:spPr>
          <a:xfrm>
            <a:off x="338666" y="10634"/>
            <a:ext cx="11514667" cy="687738"/>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Click to edit Master title style</a:t>
            </a:r>
            <a:endParaRPr/>
          </a:p>
        </p:txBody>
      </p:sp>
      <p:sp>
        <p:nvSpPr>
          <p:cNvPr id="39" name="Google Shape;39;p15"/>
          <p:cNvSpPr txBox="1">
            <a:spLocks noGrp="1"/>
          </p:cNvSpPr>
          <p:nvPr>
            <p:ph type="body" idx="1"/>
          </p:nvPr>
        </p:nvSpPr>
        <p:spPr>
          <a:xfrm>
            <a:off x="338666" y="883579"/>
            <a:ext cx="5681134" cy="5430136"/>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1000"/>
              </a:spcBef>
              <a:spcAft>
                <a:spcPts val="0"/>
              </a:spcAft>
              <a:buClr>
                <a:schemeClr val="dk1"/>
              </a:buClr>
              <a:buSzPts val="1800"/>
              <a:buChar char="▪"/>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40" name="Google Shape;40;p15"/>
          <p:cNvSpPr txBox="1">
            <a:spLocks noGrp="1"/>
          </p:cNvSpPr>
          <p:nvPr>
            <p:ph type="body" idx="2"/>
          </p:nvPr>
        </p:nvSpPr>
        <p:spPr>
          <a:xfrm>
            <a:off x="6172200" y="883579"/>
            <a:ext cx="5681133" cy="5430136"/>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1000"/>
              </a:spcBef>
              <a:spcAft>
                <a:spcPts val="0"/>
              </a:spcAft>
              <a:buClr>
                <a:schemeClr val="dk1"/>
              </a:buClr>
              <a:buSzPts val="1800"/>
              <a:buChar char="▪"/>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lvl="0"/>
            <a:r>
              <a:rPr lang="en-US"/>
              <a:t>Click to edit Master text styles</a:t>
            </a:r>
          </a:p>
        </p:txBody>
      </p:sp>
      <p:cxnSp>
        <p:nvCxnSpPr>
          <p:cNvPr id="41" name="Google Shape;41;p15"/>
          <p:cNvCxnSpPr/>
          <p:nvPr/>
        </p:nvCxnSpPr>
        <p:spPr>
          <a:xfrm>
            <a:off x="0" y="682029"/>
            <a:ext cx="7551506" cy="0"/>
          </a:xfrm>
          <a:prstGeom prst="straightConnector1">
            <a:avLst/>
          </a:prstGeom>
          <a:noFill/>
          <a:ln w="28575" cap="flat" cmpd="sng">
            <a:solidFill>
              <a:srgbClr val="002994"/>
            </a:solidFill>
            <a:prstDash val="solid"/>
            <a:miter lim="800000"/>
            <a:headEnd type="none" w="sm" len="sm"/>
            <a:tailEnd type="none" w="sm" len="sm"/>
          </a:ln>
          <a:effectLst>
            <a:outerShdw blurRad="50800" dist="38100" dir="2700000" algn="tl" rotWithShape="0">
              <a:srgbClr val="000000">
                <a:alpha val="20000"/>
              </a:srgbClr>
            </a:outerShdw>
          </a:effectLst>
        </p:spPr>
      </p:cxnSp>
      <p:cxnSp>
        <p:nvCxnSpPr>
          <p:cNvPr id="42" name="Google Shape;42;p15"/>
          <p:cNvCxnSpPr/>
          <p:nvPr/>
        </p:nvCxnSpPr>
        <p:spPr>
          <a:xfrm>
            <a:off x="7551506" y="682029"/>
            <a:ext cx="3595955" cy="0"/>
          </a:xfrm>
          <a:prstGeom prst="straightConnector1">
            <a:avLst/>
          </a:prstGeom>
          <a:noFill/>
          <a:ln w="28575" cap="flat" cmpd="sng">
            <a:solidFill>
              <a:srgbClr val="000000"/>
            </a:solidFill>
            <a:prstDash val="solid"/>
            <a:miter lim="800000"/>
            <a:headEnd type="none" w="sm" len="sm"/>
            <a:tailEnd type="none" w="sm" len="sm"/>
          </a:ln>
          <a:effectLst>
            <a:outerShdw blurRad="50800" dist="38100" dir="2700000" algn="tl" rotWithShape="0">
              <a:srgbClr val="000000">
                <a:alpha val="20000"/>
              </a:srgbClr>
            </a:outerShdw>
          </a:effectLst>
        </p:spPr>
      </p:cxnSp>
      <p:cxnSp>
        <p:nvCxnSpPr>
          <p:cNvPr id="43" name="Google Shape;43;p15"/>
          <p:cNvCxnSpPr/>
          <p:nvPr/>
        </p:nvCxnSpPr>
        <p:spPr>
          <a:xfrm>
            <a:off x="11147461" y="682029"/>
            <a:ext cx="1044539" cy="0"/>
          </a:xfrm>
          <a:prstGeom prst="straightConnector1">
            <a:avLst/>
          </a:prstGeom>
          <a:noFill/>
          <a:ln w="28575" cap="flat" cmpd="sng">
            <a:solidFill>
              <a:srgbClr val="AEABAB"/>
            </a:solidFill>
            <a:prstDash val="solid"/>
            <a:miter lim="800000"/>
            <a:headEnd type="none" w="sm" len="sm"/>
            <a:tailEnd type="none" w="sm" len="sm"/>
          </a:ln>
          <a:effectLst>
            <a:outerShdw blurRad="50800" dist="38100" dir="2700000" algn="tl" rotWithShape="0">
              <a:srgbClr val="000000">
                <a:alpha val="20000"/>
              </a:srgbClr>
            </a:outerShdw>
          </a:effectLst>
        </p:spPr>
      </p:cxnSp>
      <p:cxnSp>
        <p:nvCxnSpPr>
          <p:cNvPr id="44" name="Google Shape;44;p15"/>
          <p:cNvCxnSpPr/>
          <p:nvPr/>
        </p:nvCxnSpPr>
        <p:spPr>
          <a:xfrm>
            <a:off x="0" y="6472327"/>
            <a:ext cx="12192000" cy="0"/>
          </a:xfrm>
          <a:prstGeom prst="straightConnector1">
            <a:avLst/>
          </a:prstGeom>
          <a:noFill/>
          <a:ln w="9525" cap="flat" cmpd="sng">
            <a:solidFill>
              <a:srgbClr val="AEABAB"/>
            </a:solidFill>
            <a:prstDash val="solid"/>
            <a:miter lim="800000"/>
            <a:headEnd type="none" w="sm" len="sm"/>
            <a:tailEnd type="none" w="sm" len="sm"/>
          </a:ln>
          <a:effectLst>
            <a:outerShdw blurRad="12700" dist="12700" dir="16200000" rotWithShape="0">
              <a:srgbClr val="595959">
                <a:alpha val="29411"/>
              </a:srgbClr>
            </a:outerShdw>
          </a:effectLst>
        </p:spPr>
      </p:cxnSp>
      <p:sp>
        <p:nvSpPr>
          <p:cNvPr id="45" name="Google Shape;45;p15"/>
          <p:cNvSpPr txBox="1">
            <a:spLocks noGrp="1"/>
          </p:cNvSpPr>
          <p:nvPr>
            <p:ph type="ftr" idx="11"/>
          </p:nvPr>
        </p:nvSpPr>
        <p:spPr>
          <a:xfrm>
            <a:off x="1853597" y="6492875"/>
            <a:ext cx="9407260" cy="35774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7F7F7F"/>
              </a:buClr>
              <a:buSzPts val="1800"/>
              <a:buChar char="•"/>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lang="en-US"/>
          </a:p>
        </p:txBody>
      </p:sp>
      <p:cxnSp>
        <p:nvCxnSpPr>
          <p:cNvPr id="46" name="Google Shape;46;p15"/>
          <p:cNvCxnSpPr/>
          <p:nvPr/>
        </p:nvCxnSpPr>
        <p:spPr>
          <a:xfrm>
            <a:off x="0" y="6472327"/>
            <a:ext cx="12192000" cy="0"/>
          </a:xfrm>
          <a:prstGeom prst="straightConnector1">
            <a:avLst/>
          </a:prstGeom>
          <a:noFill/>
          <a:ln w="9525" cap="flat" cmpd="sng">
            <a:solidFill>
              <a:srgbClr val="AEABAB"/>
            </a:solidFill>
            <a:prstDash val="solid"/>
            <a:miter lim="800000"/>
            <a:headEnd type="none" w="sm" len="sm"/>
            <a:tailEnd type="none" w="sm" len="sm"/>
          </a:ln>
          <a:effectLst>
            <a:outerShdw blurRad="12700" dist="12700" dir="16200000" rotWithShape="0">
              <a:srgbClr val="595959">
                <a:alpha val="29411"/>
              </a:srgbClr>
            </a:outerShdw>
          </a:effectLst>
        </p:spPr>
      </p:cxnSp>
      <p:pic>
        <p:nvPicPr>
          <p:cNvPr id="47" name="Google Shape;47;p15" descr="C:\Users\admin\AppData\Local\Temp\_AZTMP10_\Signature_05.jpg"/>
          <p:cNvPicPr preferRelativeResize="0"/>
          <p:nvPr/>
        </p:nvPicPr>
        <p:blipFill rotWithShape="1">
          <a:blip r:embed="rId2">
            <a:alphaModFix/>
          </a:blip>
          <a:srcRect t="11639" b="13517"/>
          <a:stretch/>
        </p:blipFill>
        <p:spPr>
          <a:xfrm>
            <a:off x="338666" y="6482241"/>
            <a:ext cx="1514931" cy="365125"/>
          </a:xfrm>
          <a:prstGeom prst="rect">
            <a:avLst/>
          </a:prstGeom>
          <a:noFill/>
          <a:ln>
            <a:noFill/>
          </a:ln>
        </p:spPr>
      </p:pic>
      <p:sp>
        <p:nvSpPr>
          <p:cNvPr id="48" name="Google Shape;48;p15"/>
          <p:cNvSpPr txBox="1">
            <a:spLocks noGrp="1"/>
          </p:cNvSpPr>
          <p:nvPr>
            <p:ph type="sldNum" idx="12"/>
          </p:nvPr>
        </p:nvSpPr>
        <p:spPr>
          <a:xfrm>
            <a:off x="11260857" y="6492875"/>
            <a:ext cx="592476" cy="35774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1pPr>
            <a:lvl2pPr marL="0" marR="0" lvl="1"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2pPr>
            <a:lvl3pPr marL="0" marR="0" lvl="2"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3pPr>
            <a:lvl4pPr marL="0" marR="0" lvl="3"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4pPr>
            <a:lvl5pPr marL="0" marR="0" lvl="4"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5pPr>
            <a:lvl6pPr marL="0" marR="0" lvl="5"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6pPr>
            <a:lvl7pPr marL="0" marR="0" lvl="6"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7pPr>
            <a:lvl8pPr marL="0" marR="0" lvl="7"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8pPr>
            <a:lvl9pPr marL="0" marR="0" lvl="8"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9pPr>
          </a:lstStyle>
          <a:p>
            <a:fld id="{3692ECA5-C886-47BE-9A62-4B474593A338}" type="slidenum">
              <a:rPr lang="en-US" smtClean="0"/>
              <a:t>‹#›</a:t>
            </a:fld>
            <a:endParaRPr lang="en-US"/>
          </a:p>
        </p:txBody>
      </p:sp>
    </p:spTree>
    <p:extLst>
      <p:ext uri="{BB962C8B-B14F-4D97-AF65-F5344CB8AC3E}">
        <p14:creationId xmlns:p14="http://schemas.microsoft.com/office/powerpoint/2010/main" val="317475288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제목만" type="titleOnly" preserve="1">
  <p:cSld name="제목만">
    <p:spTree>
      <p:nvGrpSpPr>
        <p:cNvPr id="1" name="Shape 49"/>
        <p:cNvGrpSpPr/>
        <p:nvPr/>
      </p:nvGrpSpPr>
      <p:grpSpPr>
        <a:xfrm>
          <a:off x="0" y="0"/>
          <a:ext cx="0" cy="0"/>
          <a:chOff x="0" y="0"/>
          <a:chExt cx="0" cy="0"/>
        </a:xfrm>
      </p:grpSpPr>
      <p:sp>
        <p:nvSpPr>
          <p:cNvPr id="50" name="Google Shape;50;p16"/>
          <p:cNvSpPr txBox="1">
            <a:spLocks noGrp="1"/>
          </p:cNvSpPr>
          <p:nvPr>
            <p:ph type="title"/>
          </p:nvPr>
        </p:nvSpPr>
        <p:spPr>
          <a:xfrm>
            <a:off x="338666" y="10634"/>
            <a:ext cx="11514667" cy="687738"/>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Click to edit Master title style</a:t>
            </a:r>
            <a:endParaRPr/>
          </a:p>
        </p:txBody>
      </p:sp>
      <p:cxnSp>
        <p:nvCxnSpPr>
          <p:cNvPr id="51" name="Google Shape;51;p16"/>
          <p:cNvCxnSpPr/>
          <p:nvPr/>
        </p:nvCxnSpPr>
        <p:spPr>
          <a:xfrm>
            <a:off x="0" y="682029"/>
            <a:ext cx="7551506" cy="0"/>
          </a:xfrm>
          <a:prstGeom prst="straightConnector1">
            <a:avLst/>
          </a:prstGeom>
          <a:noFill/>
          <a:ln w="28575" cap="flat" cmpd="sng">
            <a:solidFill>
              <a:srgbClr val="002994"/>
            </a:solidFill>
            <a:prstDash val="solid"/>
            <a:miter lim="800000"/>
            <a:headEnd type="none" w="sm" len="sm"/>
            <a:tailEnd type="none" w="sm" len="sm"/>
          </a:ln>
          <a:effectLst>
            <a:outerShdw blurRad="50800" dist="38100" dir="2700000" algn="tl" rotWithShape="0">
              <a:srgbClr val="000000">
                <a:alpha val="20000"/>
              </a:srgbClr>
            </a:outerShdw>
          </a:effectLst>
        </p:spPr>
      </p:cxnSp>
      <p:cxnSp>
        <p:nvCxnSpPr>
          <p:cNvPr id="52" name="Google Shape;52;p16"/>
          <p:cNvCxnSpPr/>
          <p:nvPr/>
        </p:nvCxnSpPr>
        <p:spPr>
          <a:xfrm>
            <a:off x="7551506" y="682029"/>
            <a:ext cx="3595955" cy="0"/>
          </a:xfrm>
          <a:prstGeom prst="straightConnector1">
            <a:avLst/>
          </a:prstGeom>
          <a:noFill/>
          <a:ln w="28575" cap="flat" cmpd="sng">
            <a:solidFill>
              <a:srgbClr val="000000"/>
            </a:solidFill>
            <a:prstDash val="solid"/>
            <a:miter lim="800000"/>
            <a:headEnd type="none" w="sm" len="sm"/>
            <a:tailEnd type="none" w="sm" len="sm"/>
          </a:ln>
          <a:effectLst>
            <a:outerShdw blurRad="50800" dist="38100" dir="2700000" algn="tl" rotWithShape="0">
              <a:srgbClr val="000000">
                <a:alpha val="20000"/>
              </a:srgbClr>
            </a:outerShdw>
          </a:effectLst>
        </p:spPr>
      </p:cxnSp>
      <p:cxnSp>
        <p:nvCxnSpPr>
          <p:cNvPr id="53" name="Google Shape;53;p16"/>
          <p:cNvCxnSpPr/>
          <p:nvPr/>
        </p:nvCxnSpPr>
        <p:spPr>
          <a:xfrm>
            <a:off x="11147461" y="682029"/>
            <a:ext cx="1044539" cy="0"/>
          </a:xfrm>
          <a:prstGeom prst="straightConnector1">
            <a:avLst/>
          </a:prstGeom>
          <a:noFill/>
          <a:ln w="28575" cap="flat" cmpd="sng">
            <a:solidFill>
              <a:srgbClr val="AEABAB"/>
            </a:solidFill>
            <a:prstDash val="solid"/>
            <a:miter lim="800000"/>
            <a:headEnd type="none" w="sm" len="sm"/>
            <a:tailEnd type="none" w="sm" len="sm"/>
          </a:ln>
          <a:effectLst>
            <a:outerShdw blurRad="50800" dist="38100" dir="2700000" algn="tl" rotWithShape="0">
              <a:srgbClr val="000000">
                <a:alpha val="20000"/>
              </a:srgbClr>
            </a:outerShdw>
          </a:effectLst>
        </p:spPr>
      </p:cxnSp>
      <p:cxnSp>
        <p:nvCxnSpPr>
          <p:cNvPr id="54" name="Google Shape;54;p16"/>
          <p:cNvCxnSpPr/>
          <p:nvPr/>
        </p:nvCxnSpPr>
        <p:spPr>
          <a:xfrm>
            <a:off x="0" y="6472327"/>
            <a:ext cx="12192000" cy="0"/>
          </a:xfrm>
          <a:prstGeom prst="straightConnector1">
            <a:avLst/>
          </a:prstGeom>
          <a:noFill/>
          <a:ln w="9525" cap="flat" cmpd="sng">
            <a:solidFill>
              <a:srgbClr val="AEABAB"/>
            </a:solidFill>
            <a:prstDash val="solid"/>
            <a:miter lim="800000"/>
            <a:headEnd type="none" w="sm" len="sm"/>
            <a:tailEnd type="none" w="sm" len="sm"/>
          </a:ln>
          <a:effectLst>
            <a:outerShdw blurRad="12700" dist="12700" dir="16200000" rotWithShape="0">
              <a:srgbClr val="595959">
                <a:alpha val="29411"/>
              </a:srgbClr>
            </a:outerShdw>
          </a:effectLst>
        </p:spPr>
      </p:cxnSp>
      <p:sp>
        <p:nvSpPr>
          <p:cNvPr id="55" name="Google Shape;55;p16"/>
          <p:cNvSpPr txBox="1">
            <a:spLocks noGrp="1"/>
          </p:cNvSpPr>
          <p:nvPr>
            <p:ph type="ftr" idx="11"/>
          </p:nvPr>
        </p:nvSpPr>
        <p:spPr>
          <a:xfrm>
            <a:off x="1853597" y="6492875"/>
            <a:ext cx="9407260" cy="35774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7F7F7F"/>
              </a:buClr>
              <a:buSzPts val="1800"/>
              <a:buChar char="•"/>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lang="en-US"/>
          </a:p>
        </p:txBody>
      </p:sp>
      <p:cxnSp>
        <p:nvCxnSpPr>
          <p:cNvPr id="56" name="Google Shape;56;p16"/>
          <p:cNvCxnSpPr/>
          <p:nvPr/>
        </p:nvCxnSpPr>
        <p:spPr>
          <a:xfrm>
            <a:off x="0" y="6472327"/>
            <a:ext cx="12192000" cy="0"/>
          </a:xfrm>
          <a:prstGeom prst="straightConnector1">
            <a:avLst/>
          </a:prstGeom>
          <a:noFill/>
          <a:ln w="9525" cap="flat" cmpd="sng">
            <a:solidFill>
              <a:srgbClr val="AEABAB"/>
            </a:solidFill>
            <a:prstDash val="solid"/>
            <a:miter lim="800000"/>
            <a:headEnd type="none" w="sm" len="sm"/>
            <a:tailEnd type="none" w="sm" len="sm"/>
          </a:ln>
          <a:effectLst>
            <a:outerShdw blurRad="12700" dist="12700" dir="16200000" rotWithShape="0">
              <a:srgbClr val="595959">
                <a:alpha val="29411"/>
              </a:srgbClr>
            </a:outerShdw>
          </a:effectLst>
        </p:spPr>
      </p:cxnSp>
      <p:pic>
        <p:nvPicPr>
          <p:cNvPr id="57" name="Google Shape;57;p16" descr="C:\Users\admin\AppData\Local\Temp\_AZTMP10_\Signature_05.jpg"/>
          <p:cNvPicPr preferRelativeResize="0"/>
          <p:nvPr/>
        </p:nvPicPr>
        <p:blipFill rotWithShape="1">
          <a:blip r:embed="rId2">
            <a:alphaModFix/>
          </a:blip>
          <a:srcRect t="11639" b="13517"/>
          <a:stretch/>
        </p:blipFill>
        <p:spPr>
          <a:xfrm>
            <a:off x="338666" y="6482241"/>
            <a:ext cx="1514931" cy="365125"/>
          </a:xfrm>
          <a:prstGeom prst="rect">
            <a:avLst/>
          </a:prstGeom>
          <a:noFill/>
          <a:ln>
            <a:noFill/>
          </a:ln>
        </p:spPr>
      </p:pic>
      <p:sp>
        <p:nvSpPr>
          <p:cNvPr id="58" name="Google Shape;58;p16"/>
          <p:cNvSpPr txBox="1">
            <a:spLocks noGrp="1"/>
          </p:cNvSpPr>
          <p:nvPr>
            <p:ph type="sldNum" idx="12"/>
          </p:nvPr>
        </p:nvSpPr>
        <p:spPr>
          <a:xfrm>
            <a:off x="11260857" y="6492875"/>
            <a:ext cx="592476" cy="35774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1pPr>
            <a:lvl2pPr marL="0" marR="0" lvl="1"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2pPr>
            <a:lvl3pPr marL="0" marR="0" lvl="2"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3pPr>
            <a:lvl4pPr marL="0" marR="0" lvl="3"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4pPr>
            <a:lvl5pPr marL="0" marR="0" lvl="4"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5pPr>
            <a:lvl6pPr marL="0" marR="0" lvl="5"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6pPr>
            <a:lvl7pPr marL="0" marR="0" lvl="6"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7pPr>
            <a:lvl8pPr marL="0" marR="0" lvl="7"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8pPr>
            <a:lvl9pPr marL="0" marR="0" lvl="8"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9pPr>
          </a:lstStyle>
          <a:p>
            <a:fld id="{3692ECA5-C886-47BE-9A62-4B474593A338}" type="slidenum">
              <a:rPr lang="en-US" smtClean="0"/>
              <a:t>‹#›</a:t>
            </a:fld>
            <a:endParaRPr lang="en-US"/>
          </a:p>
        </p:txBody>
      </p:sp>
    </p:spTree>
    <p:extLst>
      <p:ext uri="{BB962C8B-B14F-4D97-AF65-F5344CB8AC3E}">
        <p14:creationId xmlns:p14="http://schemas.microsoft.com/office/powerpoint/2010/main" val="18564195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빈 화면" type="blank" preserve="1">
  <p:cSld name="빈 화면">
    <p:spTree>
      <p:nvGrpSpPr>
        <p:cNvPr id="1" name="Shape 59"/>
        <p:cNvGrpSpPr/>
        <p:nvPr/>
      </p:nvGrpSpPr>
      <p:grpSpPr>
        <a:xfrm>
          <a:off x="0" y="0"/>
          <a:ext cx="0" cy="0"/>
          <a:chOff x="0" y="0"/>
          <a:chExt cx="0" cy="0"/>
        </a:xfrm>
      </p:grpSpPr>
      <p:cxnSp>
        <p:nvCxnSpPr>
          <p:cNvPr id="60" name="Google Shape;60;p17"/>
          <p:cNvCxnSpPr/>
          <p:nvPr/>
        </p:nvCxnSpPr>
        <p:spPr>
          <a:xfrm>
            <a:off x="0" y="6472327"/>
            <a:ext cx="12192000" cy="0"/>
          </a:xfrm>
          <a:prstGeom prst="straightConnector1">
            <a:avLst/>
          </a:prstGeom>
          <a:noFill/>
          <a:ln w="9525" cap="flat" cmpd="sng">
            <a:solidFill>
              <a:srgbClr val="AEABAB"/>
            </a:solidFill>
            <a:prstDash val="solid"/>
            <a:miter lim="800000"/>
            <a:headEnd type="none" w="sm" len="sm"/>
            <a:tailEnd type="none" w="sm" len="sm"/>
          </a:ln>
          <a:effectLst>
            <a:outerShdw blurRad="12700" dist="12700" dir="16200000" rotWithShape="0">
              <a:srgbClr val="595959">
                <a:alpha val="29411"/>
              </a:srgbClr>
            </a:outerShdw>
          </a:effectLst>
        </p:spPr>
      </p:cxnSp>
      <p:sp>
        <p:nvSpPr>
          <p:cNvPr id="61" name="Google Shape;61;p17"/>
          <p:cNvSpPr txBox="1">
            <a:spLocks noGrp="1"/>
          </p:cNvSpPr>
          <p:nvPr>
            <p:ph type="ftr" idx="11"/>
          </p:nvPr>
        </p:nvSpPr>
        <p:spPr>
          <a:xfrm>
            <a:off x="1853597" y="6492875"/>
            <a:ext cx="9407260" cy="35774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7F7F7F"/>
              </a:buClr>
              <a:buSzPts val="1800"/>
              <a:buChar char="•"/>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lang="en-US"/>
          </a:p>
        </p:txBody>
      </p:sp>
      <p:cxnSp>
        <p:nvCxnSpPr>
          <p:cNvPr id="62" name="Google Shape;62;p17"/>
          <p:cNvCxnSpPr/>
          <p:nvPr/>
        </p:nvCxnSpPr>
        <p:spPr>
          <a:xfrm>
            <a:off x="0" y="6472327"/>
            <a:ext cx="12192000" cy="0"/>
          </a:xfrm>
          <a:prstGeom prst="straightConnector1">
            <a:avLst/>
          </a:prstGeom>
          <a:noFill/>
          <a:ln w="9525" cap="flat" cmpd="sng">
            <a:solidFill>
              <a:srgbClr val="AEABAB"/>
            </a:solidFill>
            <a:prstDash val="solid"/>
            <a:miter lim="800000"/>
            <a:headEnd type="none" w="sm" len="sm"/>
            <a:tailEnd type="none" w="sm" len="sm"/>
          </a:ln>
          <a:effectLst>
            <a:outerShdw blurRad="12700" dist="12700" dir="16200000" rotWithShape="0">
              <a:srgbClr val="595959">
                <a:alpha val="29411"/>
              </a:srgbClr>
            </a:outerShdw>
          </a:effectLst>
        </p:spPr>
      </p:cxnSp>
      <p:pic>
        <p:nvPicPr>
          <p:cNvPr id="63" name="Google Shape;63;p17" descr="C:\Users\admin\AppData\Local\Temp\_AZTMP10_\Signature_05.jpg"/>
          <p:cNvPicPr preferRelativeResize="0"/>
          <p:nvPr/>
        </p:nvPicPr>
        <p:blipFill rotWithShape="1">
          <a:blip r:embed="rId2">
            <a:alphaModFix/>
          </a:blip>
          <a:srcRect t="11639" b="13517"/>
          <a:stretch/>
        </p:blipFill>
        <p:spPr>
          <a:xfrm>
            <a:off x="338666" y="6482241"/>
            <a:ext cx="1514931" cy="365125"/>
          </a:xfrm>
          <a:prstGeom prst="rect">
            <a:avLst/>
          </a:prstGeom>
          <a:noFill/>
          <a:ln>
            <a:noFill/>
          </a:ln>
        </p:spPr>
      </p:pic>
      <p:sp>
        <p:nvSpPr>
          <p:cNvPr id="64" name="Google Shape;64;p17"/>
          <p:cNvSpPr txBox="1">
            <a:spLocks noGrp="1"/>
          </p:cNvSpPr>
          <p:nvPr>
            <p:ph type="sldNum" idx="12"/>
          </p:nvPr>
        </p:nvSpPr>
        <p:spPr>
          <a:xfrm>
            <a:off x="11260857" y="6492875"/>
            <a:ext cx="592476" cy="35774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1pPr>
            <a:lvl2pPr marL="0" marR="0" lvl="1"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2pPr>
            <a:lvl3pPr marL="0" marR="0" lvl="2"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3pPr>
            <a:lvl4pPr marL="0" marR="0" lvl="3"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4pPr>
            <a:lvl5pPr marL="0" marR="0" lvl="4"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5pPr>
            <a:lvl6pPr marL="0" marR="0" lvl="5"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6pPr>
            <a:lvl7pPr marL="0" marR="0" lvl="6"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7pPr>
            <a:lvl8pPr marL="0" marR="0" lvl="7"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8pPr>
            <a:lvl9pPr marL="0" marR="0" lvl="8" indent="0" algn="r">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9pPr>
          </a:lstStyle>
          <a:p>
            <a:fld id="{3692ECA5-C886-47BE-9A62-4B474593A338}" type="slidenum">
              <a:rPr lang="en-US" smtClean="0"/>
              <a:t>‹#›</a:t>
            </a:fld>
            <a:endParaRPr lang="en-US"/>
          </a:p>
        </p:txBody>
      </p:sp>
    </p:spTree>
    <p:extLst>
      <p:ext uri="{BB962C8B-B14F-4D97-AF65-F5344CB8AC3E}">
        <p14:creationId xmlns:p14="http://schemas.microsoft.com/office/powerpoint/2010/main" val="268606259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Empty" preserve="1">
  <p:cSld name="Empty">
    <p:spTree>
      <p:nvGrpSpPr>
        <p:cNvPr id="1" name="Shape 65"/>
        <p:cNvGrpSpPr/>
        <p:nvPr/>
      </p:nvGrpSpPr>
      <p:grpSpPr>
        <a:xfrm>
          <a:off x="0" y="0"/>
          <a:ext cx="0" cy="0"/>
          <a:chOff x="0" y="0"/>
          <a:chExt cx="0" cy="0"/>
        </a:xfrm>
      </p:grpSpPr>
    </p:spTree>
    <p:extLst>
      <p:ext uri="{BB962C8B-B14F-4D97-AF65-F5344CB8AC3E}">
        <p14:creationId xmlns:p14="http://schemas.microsoft.com/office/powerpoint/2010/main" val="29502610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9"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2" Type="http://schemas.openxmlformats.org/officeDocument/2006/relationships/slideLayout" Target="../slideLayouts/slideLayout21.xml"/><Relationship Id="rId1" Type="http://schemas.openxmlformats.org/officeDocument/2006/relationships/slideLayout" Target="../slideLayouts/slideLayout20.xml"/><Relationship Id="rId6" Type="http://schemas.openxmlformats.org/officeDocument/2006/relationships/slideLayout" Target="../slideLayouts/slideLayout25.xml"/><Relationship Id="rId5" Type="http://schemas.openxmlformats.org/officeDocument/2006/relationships/slideLayout" Target="../slideLayouts/slideLayout24.xml"/><Relationship Id="rId4" Type="http://schemas.openxmlformats.org/officeDocument/2006/relationships/slideLayout" Target="../slideLayouts/slideLayout23.xml"/><Relationship Id="rId9"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B01401-9A76-5A35-4C72-26BD86B9758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C10335A-EB84-947A-CCAB-5C3FB677E03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9F783E-393F-5248-E338-30A373C51EC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021CF01-A0E6-4A7F-BE5B-3DC7CD927776}" type="datetimeFigureOut">
              <a:rPr lang="en-US" smtClean="0"/>
              <a:t>1/30/2026</a:t>
            </a:fld>
            <a:endParaRPr lang="en-US"/>
          </a:p>
        </p:txBody>
      </p:sp>
      <p:sp>
        <p:nvSpPr>
          <p:cNvPr id="5" name="Footer Placeholder 4">
            <a:extLst>
              <a:ext uri="{FF2B5EF4-FFF2-40B4-BE49-F238E27FC236}">
                <a16:creationId xmlns:a16="http://schemas.microsoft.com/office/drawing/2014/main" id="{4B78590F-2628-4319-3807-0066923BA88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4F10C3B-E444-5EC9-8D08-5FF1D25EAFA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4B3660E-7EFD-4385-8015-8E89A972BEB3}" type="slidenum">
              <a:rPr lang="en-US" smtClean="0"/>
              <a:t>‹#›</a:t>
            </a:fld>
            <a:endParaRPr lang="en-US"/>
          </a:p>
        </p:txBody>
      </p:sp>
    </p:spTree>
    <p:extLst>
      <p:ext uri="{BB962C8B-B14F-4D97-AF65-F5344CB8AC3E}">
        <p14:creationId xmlns:p14="http://schemas.microsoft.com/office/powerpoint/2010/main" val="162977672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8666" y="10634"/>
            <a:ext cx="11514667" cy="687738"/>
          </a:xfrm>
          <a:prstGeom prst="rect">
            <a:avLst/>
          </a:prstGeom>
        </p:spPr>
        <p:txBody>
          <a:bodyPr vert="horz" lIns="91440" tIns="45720" rIns="91440" bIns="45720" rtlCol="0" anchor="ctr">
            <a:normAutofit/>
          </a:bodyPr>
          <a:lstStyle/>
          <a:p>
            <a:r>
              <a:rPr lang="ko-KR" altLang="en-US"/>
              <a:t>마스터 제목 스타일 편집</a:t>
            </a:r>
            <a:endParaRPr lang="ko-KR" altLang="en-US" dirty="0"/>
          </a:p>
        </p:txBody>
      </p:sp>
      <p:sp>
        <p:nvSpPr>
          <p:cNvPr id="3" name="Text Placeholder 2"/>
          <p:cNvSpPr>
            <a:spLocks noGrp="1"/>
          </p:cNvSpPr>
          <p:nvPr>
            <p:ph type="body" idx="1"/>
          </p:nvPr>
        </p:nvSpPr>
        <p:spPr>
          <a:xfrm>
            <a:off x="338667" y="883578"/>
            <a:ext cx="11514666" cy="5424090"/>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ko-KR" altLang="en-US" dirty="0"/>
          </a:p>
        </p:txBody>
      </p:sp>
      <p:sp>
        <p:nvSpPr>
          <p:cNvPr id="5" name="Footer Placeholder 4"/>
          <p:cNvSpPr>
            <a:spLocks noGrp="1"/>
          </p:cNvSpPr>
          <p:nvPr>
            <p:ph type="ftr" sz="quarter" idx="3"/>
          </p:nvPr>
        </p:nvSpPr>
        <p:spPr>
          <a:xfrm>
            <a:off x="338666" y="6492875"/>
            <a:ext cx="10089223" cy="357745"/>
          </a:xfrm>
          <a:prstGeom prst="rect">
            <a:avLst/>
          </a:prstGeom>
        </p:spPr>
        <p:txBody>
          <a:bodyPr vert="horz" lIns="91440" tIns="45720" rIns="91440" bIns="45720" rtlCol="0" anchor="ctr"/>
          <a:lstStyle>
            <a:lvl1pPr marL="171450" indent="-171450" algn="l">
              <a:buFont typeface="Arial" panose="020B0604020202020204" pitchFamily="34" charset="0"/>
              <a:buChar char="•"/>
              <a:defRPr sz="1200" b="1" baseline="0">
                <a:solidFill>
                  <a:schemeClr val="bg1">
                    <a:lumMod val="50000"/>
                  </a:schemeClr>
                </a:solidFill>
                <a:latin typeface="Book Antiqua" panose="02040602050305030304" pitchFamily="18" charset="0"/>
                <a:ea typeface="맑은 고딕" panose="020B0503020000020004" pitchFamily="50" charset="-127"/>
              </a:defRPr>
            </a:lvl1pPr>
          </a:lstStyle>
          <a:p>
            <a:r>
              <a:rPr lang="ko-KR" altLang="en-US"/>
              <a:t>딥 러닝 기초 과정</a:t>
            </a:r>
            <a:endParaRPr lang="ko-KR" altLang="en-US" dirty="0"/>
          </a:p>
        </p:txBody>
      </p:sp>
      <p:sp>
        <p:nvSpPr>
          <p:cNvPr id="6" name="Slide Number Placeholder 5"/>
          <p:cNvSpPr>
            <a:spLocks noGrp="1"/>
          </p:cNvSpPr>
          <p:nvPr>
            <p:ph type="sldNum" sz="quarter" idx="4"/>
          </p:nvPr>
        </p:nvSpPr>
        <p:spPr>
          <a:xfrm>
            <a:off x="11260857" y="6492875"/>
            <a:ext cx="592476" cy="357745"/>
          </a:xfrm>
          <a:prstGeom prst="rect">
            <a:avLst/>
          </a:prstGeom>
        </p:spPr>
        <p:txBody>
          <a:bodyPr vert="horz" lIns="91440" tIns="45720" rIns="91440" bIns="45720" rtlCol="0" anchor="ctr"/>
          <a:lstStyle>
            <a:lvl1pPr algn="r">
              <a:defRPr sz="1800" b="1">
                <a:solidFill>
                  <a:schemeClr val="tx1">
                    <a:tint val="75000"/>
                  </a:schemeClr>
                </a:solidFill>
                <a:latin typeface="Book Antiqua" panose="02040602050305030304" pitchFamily="18" charset="0"/>
              </a:defRPr>
            </a:lvl1pPr>
          </a:lstStyle>
          <a:p>
            <a:fld id="{1C8FA38B-43AE-4C7F-AC62-93C06D579860}" type="slidenum">
              <a:rPr lang="ko-KR" altLang="en-US" smtClean="0"/>
              <a:pPr/>
              <a:t>‹#›</a:t>
            </a:fld>
            <a:endParaRPr lang="ko-KR" altLang="en-US" dirty="0"/>
          </a:p>
        </p:txBody>
      </p:sp>
    </p:spTree>
    <p:extLst>
      <p:ext uri="{BB962C8B-B14F-4D97-AF65-F5344CB8AC3E}">
        <p14:creationId xmlns:p14="http://schemas.microsoft.com/office/powerpoint/2010/main" val="348082544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Lst>
  <p:hf hdr="0" dt="0"/>
  <p:txStyles>
    <p:titleStyle>
      <a:lvl1pPr algn="l" defTabSz="914400" rtl="0" eaLnBrk="1" latinLnBrk="1" hangingPunct="1">
        <a:lnSpc>
          <a:spcPct val="90000"/>
        </a:lnSpc>
        <a:spcBef>
          <a:spcPct val="0"/>
        </a:spcBef>
        <a:buNone/>
        <a:defRPr sz="3200" b="1" kern="1200" spc="-100" baseline="0">
          <a:solidFill>
            <a:schemeClr val="tx1"/>
          </a:solidFill>
          <a:effectLst/>
          <a:latin typeface="Book Antiqua" panose="02040602050305030304" pitchFamily="18" charset="0"/>
          <a:ea typeface="맑은 고딕" panose="020B0503020000020004" pitchFamily="50" charset="-127"/>
          <a:cs typeface="+mj-cs"/>
        </a:defRPr>
      </a:lvl1pPr>
    </p:titleStyle>
    <p:bodyStyle>
      <a:lvl1pPr marL="228600" indent="-228600" algn="l" defTabSz="914400" rtl="0" eaLnBrk="1" latinLnBrk="1" hangingPunct="1">
        <a:lnSpc>
          <a:spcPct val="100000"/>
        </a:lnSpc>
        <a:spcBef>
          <a:spcPts val="1000"/>
        </a:spcBef>
        <a:buFont typeface="Wingdings" panose="05000000000000000000" pitchFamily="2" charset="2"/>
        <a:buChar char="§"/>
        <a:defRPr sz="2400" kern="1200" spc="-100" baseline="0">
          <a:solidFill>
            <a:schemeClr val="tx1"/>
          </a:solidFill>
          <a:latin typeface="Book Antiqua" panose="02040602050305030304" pitchFamily="18" charset="0"/>
          <a:ea typeface="맑은 고딕" panose="020B0503020000020004" pitchFamily="50" charset="-127"/>
          <a:cs typeface="+mn-cs"/>
        </a:defRPr>
      </a:lvl1pPr>
      <a:lvl2pPr marL="685800" indent="-228600" algn="l" defTabSz="914400" rtl="0" eaLnBrk="1" latinLnBrk="1" hangingPunct="1">
        <a:lnSpc>
          <a:spcPct val="100000"/>
        </a:lnSpc>
        <a:spcBef>
          <a:spcPts val="500"/>
        </a:spcBef>
        <a:buFont typeface="Wingdings" panose="05000000000000000000" pitchFamily="2" charset="2"/>
        <a:buChar char="§"/>
        <a:defRPr sz="2000" kern="1200" spc="-100" baseline="0">
          <a:solidFill>
            <a:schemeClr val="tx1"/>
          </a:solidFill>
          <a:latin typeface="Book Antiqua" panose="02040602050305030304" pitchFamily="18" charset="0"/>
          <a:ea typeface="맑은 고딕" panose="020B0503020000020004" pitchFamily="50" charset="-127"/>
          <a:cs typeface="+mn-cs"/>
        </a:defRPr>
      </a:lvl2pPr>
      <a:lvl3pPr marL="1143000" indent="-228600" algn="l" defTabSz="914400" rtl="0" eaLnBrk="1" latinLnBrk="1" hangingPunct="1">
        <a:lnSpc>
          <a:spcPct val="100000"/>
        </a:lnSpc>
        <a:spcBef>
          <a:spcPts val="500"/>
        </a:spcBef>
        <a:buFont typeface="Wingdings" panose="05000000000000000000" pitchFamily="2" charset="2"/>
        <a:buChar char="§"/>
        <a:defRPr sz="1800" kern="1200" spc="-100" baseline="0">
          <a:solidFill>
            <a:schemeClr val="tx1"/>
          </a:solidFill>
          <a:latin typeface="Book Antiqua" panose="02040602050305030304" pitchFamily="18" charset="0"/>
          <a:ea typeface="맑은 고딕" panose="020B0503020000020004" pitchFamily="50" charset="-127"/>
          <a:cs typeface="+mn-cs"/>
        </a:defRPr>
      </a:lvl3pPr>
      <a:lvl4pPr marL="1600200" indent="-228600" algn="l" defTabSz="914400" rtl="0" eaLnBrk="1" latinLnBrk="1" hangingPunct="1">
        <a:lnSpc>
          <a:spcPct val="100000"/>
        </a:lnSpc>
        <a:spcBef>
          <a:spcPts val="500"/>
        </a:spcBef>
        <a:buFont typeface="Wingdings" panose="05000000000000000000" pitchFamily="2" charset="2"/>
        <a:buChar char="§"/>
        <a:defRPr sz="1600" kern="1200" spc="-100" baseline="0">
          <a:solidFill>
            <a:schemeClr val="tx1"/>
          </a:solidFill>
          <a:latin typeface="Book Antiqua" panose="02040602050305030304" pitchFamily="18" charset="0"/>
          <a:ea typeface="맑은 고딕" panose="020B0503020000020004" pitchFamily="50" charset="-127"/>
          <a:cs typeface="+mn-cs"/>
        </a:defRPr>
      </a:lvl4pPr>
      <a:lvl5pPr marL="2057400" indent="-228600" algn="l" defTabSz="914400" rtl="0" eaLnBrk="1" latinLnBrk="1" hangingPunct="1">
        <a:lnSpc>
          <a:spcPct val="100000"/>
        </a:lnSpc>
        <a:spcBef>
          <a:spcPts val="500"/>
        </a:spcBef>
        <a:buFont typeface="Wingdings" panose="05000000000000000000" pitchFamily="2" charset="2"/>
        <a:buChar char="§"/>
        <a:defRPr sz="1600" kern="1200" spc="-100" baseline="0">
          <a:solidFill>
            <a:schemeClr val="tx1"/>
          </a:solidFill>
          <a:latin typeface="Book Antiqua" panose="02040602050305030304" pitchFamily="18" charset="0"/>
          <a:ea typeface="맑은 고딕" panose="020B0503020000020004" pitchFamily="50" charset="-127"/>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lt1"/>
        </a:solidFill>
        <a:effectLst/>
      </p:bgPr>
    </p:bg>
    <p:spTree>
      <p:nvGrpSpPr>
        <p:cNvPr id="1" name="Shape 9"/>
        <p:cNvGrpSpPr/>
        <p:nvPr/>
      </p:nvGrpSpPr>
      <p:grpSpPr>
        <a:xfrm>
          <a:off x="0" y="0"/>
          <a:ext cx="0" cy="0"/>
          <a:chOff x="0" y="0"/>
          <a:chExt cx="0" cy="0"/>
        </a:xfrm>
      </p:grpSpPr>
      <p:sp>
        <p:nvSpPr>
          <p:cNvPr id="10" name="Google Shape;10;p10"/>
          <p:cNvSpPr txBox="1">
            <a:spLocks noGrp="1"/>
          </p:cNvSpPr>
          <p:nvPr>
            <p:ph type="title"/>
          </p:nvPr>
        </p:nvSpPr>
        <p:spPr>
          <a:xfrm>
            <a:off x="338666" y="10634"/>
            <a:ext cx="11514667" cy="687738"/>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200"/>
              <a:buFont typeface="Book Antiqua"/>
              <a:buNone/>
              <a:defRPr sz="3200" b="1" i="0" u="none" strike="noStrike" cap="none">
                <a:solidFill>
                  <a:schemeClr val="dk1"/>
                </a:solidFill>
                <a:latin typeface="Book Antiqua"/>
                <a:ea typeface="Book Antiqua"/>
                <a:cs typeface="Book Antiqua"/>
                <a:sym typeface="Book Antiqua"/>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0"/>
          <p:cNvSpPr txBox="1">
            <a:spLocks noGrp="1"/>
          </p:cNvSpPr>
          <p:nvPr>
            <p:ph type="body" idx="1"/>
          </p:nvPr>
        </p:nvSpPr>
        <p:spPr>
          <a:xfrm>
            <a:off x="338667" y="883578"/>
            <a:ext cx="11514666" cy="5424090"/>
          </a:xfrm>
          <a:prstGeom prst="rect">
            <a:avLst/>
          </a:prstGeom>
          <a:noFill/>
          <a:ln>
            <a:noFill/>
          </a:ln>
        </p:spPr>
        <p:txBody>
          <a:bodyPr spcFirstLastPara="1" wrap="square" lIns="91425" tIns="45700" rIns="91425" bIns="45700" anchor="t" anchorCtr="0">
            <a:normAutofit/>
          </a:bodyPr>
          <a:lstStyle>
            <a:lvl1pPr marL="457200" marR="0" lvl="0" indent="-381000" algn="l" rtl="0">
              <a:lnSpc>
                <a:spcPct val="100000"/>
              </a:lnSpc>
              <a:spcBef>
                <a:spcPts val="1000"/>
              </a:spcBef>
              <a:spcAft>
                <a:spcPts val="0"/>
              </a:spcAft>
              <a:buClr>
                <a:schemeClr val="dk1"/>
              </a:buClr>
              <a:buSzPts val="2400"/>
              <a:buFont typeface="Noto Sans Symbols"/>
              <a:buChar char="▪"/>
              <a:defRPr sz="2400" b="0" i="0" u="none" strike="noStrike" cap="none">
                <a:solidFill>
                  <a:schemeClr val="dk1"/>
                </a:solidFill>
                <a:latin typeface="Book Antiqua"/>
                <a:ea typeface="Book Antiqua"/>
                <a:cs typeface="Book Antiqua"/>
                <a:sym typeface="Book Antiqua"/>
              </a:defRPr>
            </a:lvl1pPr>
            <a:lvl2pPr marL="914400" marR="0" lvl="1" indent="-355600" algn="l" rtl="0">
              <a:lnSpc>
                <a:spcPct val="100000"/>
              </a:lnSpc>
              <a:spcBef>
                <a:spcPts val="500"/>
              </a:spcBef>
              <a:spcAft>
                <a:spcPts val="0"/>
              </a:spcAft>
              <a:buClr>
                <a:schemeClr val="dk1"/>
              </a:buClr>
              <a:buSzPts val="2000"/>
              <a:buFont typeface="Noto Sans Symbols"/>
              <a:buChar char="▪"/>
              <a:defRPr sz="2000" b="0" i="0" u="none" strike="noStrike" cap="none">
                <a:solidFill>
                  <a:schemeClr val="dk1"/>
                </a:solidFill>
                <a:latin typeface="Book Antiqua"/>
                <a:ea typeface="Book Antiqua"/>
                <a:cs typeface="Book Antiqua"/>
                <a:sym typeface="Book Antiqua"/>
              </a:defRPr>
            </a:lvl2pPr>
            <a:lvl3pPr marL="1371600" marR="0" lvl="2" indent="-342900" algn="l" rtl="0">
              <a:lnSpc>
                <a:spcPct val="100000"/>
              </a:lnSpc>
              <a:spcBef>
                <a:spcPts val="500"/>
              </a:spcBef>
              <a:spcAft>
                <a:spcPts val="0"/>
              </a:spcAft>
              <a:buClr>
                <a:schemeClr val="dk1"/>
              </a:buClr>
              <a:buSzPts val="1800"/>
              <a:buFont typeface="Noto Sans Symbols"/>
              <a:buChar char="▪"/>
              <a:defRPr sz="1800" b="0" i="0" u="none" strike="noStrike" cap="none">
                <a:solidFill>
                  <a:schemeClr val="dk1"/>
                </a:solidFill>
                <a:latin typeface="Book Antiqua"/>
                <a:ea typeface="Book Antiqua"/>
                <a:cs typeface="Book Antiqua"/>
                <a:sym typeface="Book Antiqua"/>
              </a:defRPr>
            </a:lvl3pPr>
            <a:lvl4pPr marL="1828800" marR="0" lvl="3" indent="-330200" algn="l" rtl="0">
              <a:lnSpc>
                <a:spcPct val="100000"/>
              </a:lnSpc>
              <a:spcBef>
                <a:spcPts val="500"/>
              </a:spcBef>
              <a:spcAft>
                <a:spcPts val="0"/>
              </a:spcAft>
              <a:buClr>
                <a:schemeClr val="dk1"/>
              </a:buClr>
              <a:buSzPts val="1600"/>
              <a:buFont typeface="Noto Sans Symbols"/>
              <a:buChar char="▪"/>
              <a:defRPr sz="1600" b="0" i="0" u="none" strike="noStrike" cap="none">
                <a:solidFill>
                  <a:schemeClr val="dk1"/>
                </a:solidFill>
                <a:latin typeface="Book Antiqua"/>
                <a:ea typeface="Book Antiqua"/>
                <a:cs typeface="Book Antiqua"/>
                <a:sym typeface="Book Antiqua"/>
              </a:defRPr>
            </a:lvl4pPr>
            <a:lvl5pPr marL="2286000" marR="0" lvl="4" indent="-330200" algn="l" rtl="0">
              <a:lnSpc>
                <a:spcPct val="100000"/>
              </a:lnSpc>
              <a:spcBef>
                <a:spcPts val="500"/>
              </a:spcBef>
              <a:spcAft>
                <a:spcPts val="0"/>
              </a:spcAft>
              <a:buClr>
                <a:schemeClr val="dk1"/>
              </a:buClr>
              <a:buSzPts val="1600"/>
              <a:buFont typeface="Noto Sans Symbols"/>
              <a:buChar char="▪"/>
              <a:defRPr sz="1600" b="0" i="0" u="none" strike="noStrike" cap="none">
                <a:solidFill>
                  <a:schemeClr val="dk1"/>
                </a:solidFill>
                <a:latin typeface="Book Antiqua"/>
                <a:ea typeface="Book Antiqua"/>
                <a:cs typeface="Book Antiqua"/>
                <a:sym typeface="Book Antiqua"/>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Malgun Gothic"/>
                <a:ea typeface="Malgun Gothic"/>
                <a:cs typeface="Malgun Gothic"/>
                <a:sym typeface="Malgun Gothic"/>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Malgun Gothic"/>
                <a:ea typeface="Malgun Gothic"/>
                <a:cs typeface="Malgun Gothic"/>
                <a:sym typeface="Malgun Gothic"/>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Malgun Gothic"/>
                <a:ea typeface="Malgun Gothic"/>
                <a:cs typeface="Malgun Gothic"/>
                <a:sym typeface="Malgun Gothic"/>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Malgun Gothic"/>
                <a:ea typeface="Malgun Gothic"/>
                <a:cs typeface="Malgun Gothic"/>
                <a:sym typeface="Malgun Gothic"/>
              </a:defRPr>
            </a:lvl9pPr>
          </a:lstStyle>
          <a:p>
            <a:endParaRPr/>
          </a:p>
        </p:txBody>
      </p:sp>
      <p:sp>
        <p:nvSpPr>
          <p:cNvPr id="12" name="Google Shape;12;p10"/>
          <p:cNvSpPr txBox="1">
            <a:spLocks noGrp="1"/>
          </p:cNvSpPr>
          <p:nvPr>
            <p:ph type="ftr" idx="11"/>
          </p:nvPr>
        </p:nvSpPr>
        <p:spPr>
          <a:xfrm>
            <a:off x="338666" y="6492875"/>
            <a:ext cx="10089223" cy="35774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7F7F7F"/>
              </a:buClr>
              <a:buSzPts val="1200"/>
              <a:buFont typeface="Arial"/>
              <a:buChar char="•"/>
              <a:defRPr sz="1200" b="1" i="0" u="none" strike="noStrike" cap="none">
                <a:solidFill>
                  <a:srgbClr val="7F7F7F"/>
                </a:solidFill>
                <a:latin typeface="Book Antiqua"/>
                <a:ea typeface="Book Antiqua"/>
                <a:cs typeface="Book Antiqua"/>
                <a:sym typeface="Book Antiqua"/>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Malgun Gothic"/>
                <a:ea typeface="Malgun Gothic"/>
                <a:cs typeface="Malgun Gothic"/>
                <a:sym typeface="Malgun Gothic"/>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Malgun Gothic"/>
                <a:ea typeface="Malgun Gothic"/>
                <a:cs typeface="Malgun Gothic"/>
                <a:sym typeface="Malgun Gothic"/>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Malgun Gothic"/>
                <a:ea typeface="Malgun Gothic"/>
                <a:cs typeface="Malgun Gothic"/>
                <a:sym typeface="Malgun Gothic"/>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Malgun Gothic"/>
                <a:ea typeface="Malgun Gothic"/>
                <a:cs typeface="Malgun Gothic"/>
                <a:sym typeface="Malgun Gothic"/>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Malgun Gothic"/>
                <a:ea typeface="Malgun Gothic"/>
                <a:cs typeface="Malgun Gothic"/>
                <a:sym typeface="Malgun Gothic"/>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Malgun Gothic"/>
                <a:ea typeface="Malgun Gothic"/>
                <a:cs typeface="Malgun Gothic"/>
                <a:sym typeface="Malgun Gothic"/>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Malgun Gothic"/>
                <a:ea typeface="Malgun Gothic"/>
                <a:cs typeface="Malgun Gothic"/>
                <a:sym typeface="Malgun Gothic"/>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Malgun Gothic"/>
                <a:ea typeface="Malgun Gothic"/>
                <a:cs typeface="Malgun Gothic"/>
                <a:sym typeface="Malgun Gothic"/>
              </a:defRPr>
            </a:lvl9pPr>
          </a:lstStyle>
          <a:p>
            <a:endParaRPr lang="en-US"/>
          </a:p>
        </p:txBody>
      </p:sp>
      <p:sp>
        <p:nvSpPr>
          <p:cNvPr id="13" name="Google Shape;13;p10"/>
          <p:cNvSpPr txBox="1">
            <a:spLocks noGrp="1"/>
          </p:cNvSpPr>
          <p:nvPr>
            <p:ph type="sldNum" idx="12"/>
          </p:nvPr>
        </p:nvSpPr>
        <p:spPr>
          <a:xfrm>
            <a:off x="11260857" y="6492875"/>
            <a:ext cx="592476" cy="35774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1pPr>
            <a:lvl2pPr marL="0" marR="0" lvl="1" indent="0" algn="r" rtl="0">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2pPr>
            <a:lvl3pPr marL="0" marR="0" lvl="2" indent="0" algn="r" rtl="0">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3pPr>
            <a:lvl4pPr marL="0" marR="0" lvl="3" indent="0" algn="r" rtl="0">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4pPr>
            <a:lvl5pPr marL="0" marR="0" lvl="4" indent="0" algn="r" rtl="0">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5pPr>
            <a:lvl6pPr marL="0" marR="0" lvl="5" indent="0" algn="r" rtl="0">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6pPr>
            <a:lvl7pPr marL="0" marR="0" lvl="6" indent="0" algn="r" rtl="0">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7pPr>
            <a:lvl8pPr marL="0" marR="0" lvl="7" indent="0" algn="r" rtl="0">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8pPr>
            <a:lvl9pPr marL="0" marR="0" lvl="8" indent="0" algn="r" rtl="0">
              <a:lnSpc>
                <a:spcPct val="100000"/>
              </a:lnSpc>
              <a:spcBef>
                <a:spcPts val="0"/>
              </a:spcBef>
              <a:spcAft>
                <a:spcPts val="0"/>
              </a:spcAft>
              <a:buClr>
                <a:srgbClr val="000000"/>
              </a:buClr>
              <a:buSzPts val="1800"/>
              <a:buFont typeface="Arial"/>
              <a:buNone/>
              <a:defRPr sz="1800" b="1" i="0" u="none" strike="noStrike" cap="none">
                <a:solidFill>
                  <a:srgbClr val="888888"/>
                </a:solidFill>
                <a:latin typeface="Book Antiqua"/>
                <a:ea typeface="Book Antiqua"/>
                <a:cs typeface="Book Antiqua"/>
                <a:sym typeface="Book Antiqua"/>
              </a:defRPr>
            </a:lvl9pPr>
          </a:lstStyle>
          <a:p>
            <a:fld id="{3692ECA5-C886-47BE-9A62-4B474593A338}" type="slidenum">
              <a:rPr lang="en-US" smtClean="0"/>
              <a:t>‹#›</a:t>
            </a:fld>
            <a:endParaRPr lang="en-US"/>
          </a:p>
        </p:txBody>
      </p:sp>
    </p:spTree>
    <p:extLst>
      <p:ext uri="{BB962C8B-B14F-4D97-AF65-F5344CB8AC3E}">
        <p14:creationId xmlns:p14="http://schemas.microsoft.com/office/powerpoint/2010/main" val="4289340108"/>
      </p:ext>
    </p:extLst>
  </p:cSld>
  <p:clrMap bg1="lt1" tx1="dk1" bg2="dk2" tx2="lt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 id="2147483687" r:id="rId6"/>
    <p:sldLayoutId id="2147483688" r:id="rId7"/>
    <p:sldLayoutId id="2147483689" r:id="rId8"/>
  </p:sldLayoutIdLst>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3.xml"/><Relationship Id="rId5" Type="http://schemas.openxmlformats.org/officeDocument/2006/relationships/image" Target="../media/image4.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3.xml"/><Relationship Id="rId6" Type="http://schemas.openxmlformats.org/officeDocument/2006/relationships/image" Target="../media/image9.gif"/><Relationship Id="rId5" Type="http://schemas.openxmlformats.org/officeDocument/2006/relationships/image" Target="../media/image8.gif"/><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9EE9E7-623D-A4EA-A0C1-9693B0A1240A}"/>
              </a:ext>
            </a:extLst>
          </p:cNvPr>
          <p:cNvSpPr>
            <a:spLocks noGrp="1"/>
          </p:cNvSpPr>
          <p:nvPr>
            <p:ph type="ctrTitle"/>
          </p:nvPr>
        </p:nvSpPr>
        <p:spPr/>
        <p:txBody>
          <a:bodyPr>
            <a:normAutofit/>
          </a:bodyPr>
          <a:lstStyle/>
          <a:p>
            <a:r>
              <a:rPr lang="en-US" sz="3500" dirty="0"/>
              <a:t>Enhancing Sign Language Recognition: A Computationally </a:t>
            </a:r>
            <a:br>
              <a:rPr lang="en-US" sz="3500" dirty="0"/>
            </a:br>
            <a:r>
              <a:rPr lang="en-US" sz="3500" dirty="0"/>
              <a:t>Efficient and Interpretable Multi-Modal Approach</a:t>
            </a:r>
          </a:p>
        </p:txBody>
      </p:sp>
      <p:sp>
        <p:nvSpPr>
          <p:cNvPr id="3" name="Subtitle 2">
            <a:extLst>
              <a:ext uri="{FF2B5EF4-FFF2-40B4-BE49-F238E27FC236}">
                <a16:creationId xmlns:a16="http://schemas.microsoft.com/office/drawing/2014/main" id="{030F40C5-09B2-4C3C-0B72-34D06F5F7C5D}"/>
              </a:ext>
            </a:extLst>
          </p:cNvPr>
          <p:cNvSpPr>
            <a:spLocks noGrp="1"/>
          </p:cNvSpPr>
          <p:nvPr>
            <p:ph type="subTitle" idx="1"/>
          </p:nvPr>
        </p:nvSpPr>
        <p:spPr>
          <a:xfrm>
            <a:off x="0" y="3530102"/>
            <a:ext cx="12192000" cy="1438382"/>
          </a:xfrm>
        </p:spPr>
        <p:txBody>
          <a:bodyPr/>
          <a:lstStyle/>
          <a:p>
            <a:r>
              <a:rPr lang="en-US" sz="1800" b="1" dirty="0"/>
              <a:t>Authors:</a:t>
            </a:r>
            <a:r>
              <a:rPr lang="en-US" sz="1800" dirty="0"/>
              <a:t> Chingiz Tursunbaev, </a:t>
            </a:r>
            <a:r>
              <a:rPr lang="en-US" sz="1800" dirty="0" err="1"/>
              <a:t>Mukhiddin</a:t>
            </a:r>
            <a:r>
              <a:rPr lang="en-US" sz="1800" dirty="0"/>
              <a:t> </a:t>
            </a:r>
            <a:r>
              <a:rPr lang="en-US" sz="1800" dirty="0" err="1"/>
              <a:t>Toshpulatov</a:t>
            </a:r>
            <a:r>
              <a:rPr lang="en-US" sz="1800" dirty="0"/>
              <a:t>, Nirmal Adhikari, Wookey Lee</a:t>
            </a:r>
          </a:p>
          <a:p>
            <a:r>
              <a:rPr lang="en-US" altLang="ko-KR" i="1" dirty="0">
                <a:latin typeface="Times New Roman" panose="02020603050405020304" pitchFamily="18" charset="0"/>
                <a:cs typeface="Times New Roman" panose="02020603050405020304" pitchFamily="18" charset="0"/>
              </a:rPr>
              <a:t>Voice AI Research Center, </a:t>
            </a:r>
            <a:r>
              <a:rPr lang="en-US" altLang="ko-KR" i="1" dirty="0" err="1">
                <a:latin typeface="Times New Roman" panose="02020603050405020304" pitchFamily="18" charset="0"/>
                <a:cs typeface="Times New Roman" panose="02020603050405020304" pitchFamily="18" charset="0"/>
              </a:rPr>
              <a:t>Inha</a:t>
            </a:r>
            <a:r>
              <a:rPr lang="en-US" altLang="ko-KR" i="1" dirty="0">
                <a:latin typeface="Times New Roman" panose="02020603050405020304" pitchFamily="18" charset="0"/>
                <a:cs typeface="Times New Roman" panose="02020603050405020304" pitchFamily="18" charset="0"/>
              </a:rPr>
              <a:t> University, South Korea</a:t>
            </a:r>
            <a:endParaRPr lang="en-US" i="1" dirty="0">
              <a:latin typeface="Times New Roman" panose="02020603050405020304" pitchFamily="18" charset="0"/>
              <a:cs typeface="Times New Roman" panose="02020603050405020304" pitchFamily="18" charset="0"/>
            </a:endParaRPr>
          </a:p>
        </p:txBody>
      </p:sp>
      <p:pic>
        <p:nvPicPr>
          <p:cNvPr id="4" name="Picture 10" descr="Inha University">
            <a:extLst>
              <a:ext uri="{FF2B5EF4-FFF2-40B4-BE49-F238E27FC236}">
                <a16:creationId xmlns:a16="http://schemas.microsoft.com/office/drawing/2014/main" id="{D6474AD5-123A-BD43-25A2-C92EC5A3FB22}"/>
              </a:ext>
            </a:extLst>
          </p:cNvPr>
          <p:cNvPicPr>
            <a:picLocks noChangeAspect="1" noChangeArrowheads="1"/>
          </p:cNvPicPr>
          <p:nvPr/>
        </p:nvPicPr>
        <p:blipFill rotWithShape="1">
          <a:blip r:embed="rId3">
            <a:alphaModFix amt="50000"/>
            <a:extLst>
              <a:ext uri="{28A0092B-C50C-407E-A947-70E740481C1C}">
                <a14:useLocalDpi xmlns:a14="http://schemas.microsoft.com/office/drawing/2010/main" val="0"/>
              </a:ext>
            </a:extLst>
          </a:blip>
          <a:srcRect t="15409" b="15409"/>
          <a:stretch>
            <a:fillRect/>
          </a:stretch>
        </p:blipFill>
        <p:spPr bwMode="auto">
          <a:xfrm>
            <a:off x="746760" y="5974930"/>
            <a:ext cx="2055934" cy="67560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인하대학교 VOICE AI 연구소">
            <a:extLst>
              <a:ext uri="{FF2B5EF4-FFF2-40B4-BE49-F238E27FC236}">
                <a16:creationId xmlns:a16="http://schemas.microsoft.com/office/drawing/2014/main" id="{FA25EA1F-FAC6-3032-7852-FA3241F00BAD}"/>
              </a:ext>
            </a:extLst>
          </p:cNvPr>
          <p:cNvPicPr>
            <a:picLocks noChangeAspect="1" noChangeArrowheads="1"/>
          </p:cNvPicPr>
          <p:nvPr/>
        </p:nvPicPr>
        <p:blipFill>
          <a:blip r:embed="rId4">
            <a:alphaModFix amt="50000"/>
            <a:extLst>
              <a:ext uri="{28A0092B-C50C-407E-A947-70E740481C1C}">
                <a14:useLocalDpi xmlns:a14="http://schemas.microsoft.com/office/drawing/2010/main" val="0"/>
              </a:ext>
            </a:extLst>
          </a:blip>
          <a:srcRect/>
          <a:stretch>
            <a:fillRect/>
          </a:stretch>
        </p:blipFill>
        <p:spPr bwMode="auto">
          <a:xfrm>
            <a:off x="9487759" y="5977651"/>
            <a:ext cx="1957481" cy="67288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B02DD9-B39F-5B15-3871-AE34DEA00BB2}"/>
              </a:ext>
            </a:extLst>
          </p:cNvPr>
          <p:cNvSpPr txBox="1"/>
          <p:nvPr/>
        </p:nvSpPr>
        <p:spPr>
          <a:xfrm>
            <a:off x="3879881" y="4524599"/>
            <a:ext cx="4579523" cy="307777"/>
          </a:xfrm>
          <a:prstGeom prst="rect">
            <a:avLst/>
          </a:prstGeom>
          <a:noFill/>
        </p:spPr>
        <p:txBody>
          <a:bodyPr wrap="none">
            <a:spAutoFit/>
          </a:bodyPr>
          <a:lstStyle/>
          <a:p>
            <a:pPr algn="l"/>
            <a:r>
              <a:rPr sz="1400" b="1" dirty="0">
                <a:latin typeface="Times New Roman"/>
              </a:rPr>
              <a:t>Presenter: [</a:t>
            </a:r>
            <a:r>
              <a:rPr lang="en-US" sz="1400" b="1" dirty="0">
                <a:latin typeface="Times New Roman"/>
              </a:rPr>
              <a:t>Chingiz Tursunbaev</a:t>
            </a:r>
            <a:r>
              <a:rPr sz="1400" b="1" dirty="0">
                <a:latin typeface="Times New Roman"/>
              </a:rPr>
              <a:t>]</a:t>
            </a:r>
            <a:r>
              <a:rPr lang="en-US" sz="1400" b="1" dirty="0">
                <a:latin typeface="Times New Roman"/>
              </a:rPr>
              <a:t> </a:t>
            </a:r>
            <a:r>
              <a:rPr lang="en-US" sz="1400" dirty="0">
                <a:latin typeface="Times New Roman"/>
              </a:rPr>
              <a:t>{</a:t>
            </a:r>
            <a:r>
              <a:rPr lang="en-US" sz="1400" dirty="0">
                <a:solidFill>
                  <a:schemeClr val="tx2">
                    <a:lumMod val="60000"/>
                    <a:lumOff val="40000"/>
                  </a:schemeClr>
                </a:solidFill>
                <a:latin typeface="Times New Roman"/>
              </a:rPr>
              <a:t>chingiz2503@inha.edu</a:t>
            </a:r>
            <a:r>
              <a:rPr lang="en-US" sz="1400" dirty="0">
                <a:latin typeface="Times New Roman"/>
              </a:rPr>
              <a:t>}</a:t>
            </a:r>
            <a:endParaRPr sz="1400" dirty="0">
              <a:latin typeface="Times New Roman"/>
            </a:endParaRPr>
          </a:p>
        </p:txBody>
      </p:sp>
    </p:spTree>
    <p:extLst>
      <p:ext uri="{BB962C8B-B14F-4D97-AF65-F5344CB8AC3E}">
        <p14:creationId xmlns:p14="http://schemas.microsoft.com/office/powerpoint/2010/main" val="28138327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CF3635-A130-D556-7B96-3AD66F53FFCB}"/>
              </a:ext>
            </a:extLst>
          </p:cNvPr>
          <p:cNvSpPr>
            <a:spLocks noGrp="1"/>
          </p:cNvSpPr>
          <p:nvPr>
            <p:ph type="title"/>
          </p:nvPr>
        </p:nvSpPr>
        <p:spPr/>
        <p:txBody>
          <a:bodyPr/>
          <a:lstStyle/>
          <a:p>
            <a:r>
              <a:rPr lang="en-US" dirty="0"/>
              <a:t>The "Robustness-Efficiency" Gap</a:t>
            </a:r>
          </a:p>
        </p:txBody>
      </p:sp>
      <p:sp>
        <p:nvSpPr>
          <p:cNvPr id="3" name="Content Placeholder 2">
            <a:extLst>
              <a:ext uri="{FF2B5EF4-FFF2-40B4-BE49-F238E27FC236}">
                <a16:creationId xmlns:a16="http://schemas.microsoft.com/office/drawing/2014/main" id="{B5D4842B-93E4-32EE-2324-53BDBE58B2B8}"/>
              </a:ext>
            </a:extLst>
          </p:cNvPr>
          <p:cNvSpPr>
            <a:spLocks noGrp="1"/>
          </p:cNvSpPr>
          <p:nvPr>
            <p:ph idx="1"/>
          </p:nvPr>
        </p:nvSpPr>
        <p:spPr/>
        <p:txBody>
          <a:bodyPr/>
          <a:lstStyle/>
          <a:p>
            <a:r>
              <a:rPr lang="en-US" dirty="0"/>
              <a:t>The Conflict:</a:t>
            </a:r>
          </a:p>
          <a:p>
            <a:pPr lvl="1"/>
            <a:r>
              <a:rPr lang="en-US" dirty="0"/>
              <a:t>Modern SLR systems face a dichotomy: Accuracy vs. Speed.</a:t>
            </a:r>
          </a:p>
          <a:p>
            <a:pPr lvl="1"/>
            <a:r>
              <a:rPr lang="en-US" b="1" dirty="0"/>
              <a:t>High-Performance Models:</a:t>
            </a:r>
            <a:r>
              <a:rPr lang="en-US" dirty="0"/>
              <a:t> Rely on heavy Optical Flow or massive Graph Neural Networks (GNNs).</a:t>
            </a:r>
          </a:p>
          <a:p>
            <a:pPr lvl="1"/>
            <a:r>
              <a:rPr lang="en-US" b="1" dirty="0"/>
              <a:t>The Cost:</a:t>
            </a:r>
            <a:r>
              <a:rPr lang="en-US" dirty="0"/>
              <a:t> Prohibitive computational costs and "black-box" complexity.</a:t>
            </a:r>
          </a:p>
          <a:p>
            <a:pPr lvl="1"/>
            <a:endParaRPr lang="en-US" dirty="0"/>
          </a:p>
          <a:p>
            <a:r>
              <a:rPr lang="en-US" dirty="0"/>
              <a:t>The Real-World Issue:</a:t>
            </a:r>
          </a:p>
          <a:p>
            <a:pPr lvl="1"/>
            <a:r>
              <a:rPr lang="en-US" dirty="0"/>
              <a:t>Latency is critical for deployment.</a:t>
            </a:r>
          </a:p>
          <a:p>
            <a:pPr lvl="1"/>
            <a:r>
              <a:rPr lang="en-US" dirty="0"/>
              <a:t>Standard RGB models fail during </a:t>
            </a:r>
            <a:r>
              <a:rPr lang="en-US" b="1" dirty="0"/>
              <a:t>rapid gestures</a:t>
            </a:r>
            <a:r>
              <a:rPr lang="en-US" dirty="0"/>
              <a:t> or </a:t>
            </a:r>
            <a:r>
              <a:rPr lang="en-US" b="1" dirty="0"/>
              <a:t>hand occlusions.</a:t>
            </a:r>
            <a:endParaRPr lang="en-US" dirty="0"/>
          </a:p>
        </p:txBody>
      </p:sp>
      <p:sp>
        <p:nvSpPr>
          <p:cNvPr id="4" name="Footer Placeholder 3">
            <a:extLst>
              <a:ext uri="{FF2B5EF4-FFF2-40B4-BE49-F238E27FC236}">
                <a16:creationId xmlns:a16="http://schemas.microsoft.com/office/drawing/2014/main" id="{2AC8DAE0-F06F-DE73-8F6F-0836FD09A9D6}"/>
              </a:ext>
            </a:extLst>
          </p:cNvPr>
          <p:cNvSpPr>
            <a:spLocks noGrp="1"/>
          </p:cNvSpPr>
          <p:nvPr>
            <p:ph type="ftr" sz="quarter" idx="11"/>
          </p:nvPr>
        </p:nvSpPr>
        <p:spPr/>
        <p:txBody>
          <a:bodyPr/>
          <a:lstStyle/>
          <a:p>
            <a:pPr marL="0" indent="0">
              <a:buNone/>
            </a:pPr>
            <a:endParaRPr lang="ko-KR" altLang="en-US" dirty="0"/>
          </a:p>
        </p:txBody>
      </p:sp>
      <p:sp>
        <p:nvSpPr>
          <p:cNvPr id="5" name="Slide Number Placeholder 4">
            <a:extLst>
              <a:ext uri="{FF2B5EF4-FFF2-40B4-BE49-F238E27FC236}">
                <a16:creationId xmlns:a16="http://schemas.microsoft.com/office/drawing/2014/main" id="{59CFA834-9C60-3E50-7159-BB0631F72E32}"/>
              </a:ext>
            </a:extLst>
          </p:cNvPr>
          <p:cNvSpPr>
            <a:spLocks noGrp="1"/>
          </p:cNvSpPr>
          <p:nvPr>
            <p:ph type="sldNum" sz="quarter" idx="4"/>
          </p:nvPr>
        </p:nvSpPr>
        <p:spPr/>
        <p:txBody>
          <a:bodyPr/>
          <a:lstStyle/>
          <a:p>
            <a:fld id="{1C8FA38B-43AE-4C7F-AC62-93C06D579860}" type="slidenum">
              <a:rPr lang="ko-KR" altLang="en-US" smtClean="0"/>
              <a:pPr/>
              <a:t>2</a:t>
            </a:fld>
            <a:endParaRPr lang="ko-KR" altLang="en-US" dirty="0"/>
          </a:p>
        </p:txBody>
      </p:sp>
      <p:pic>
        <p:nvPicPr>
          <p:cNvPr id="6" name="Picture 2" descr="BigComp 2026 Logo">
            <a:extLst>
              <a:ext uri="{FF2B5EF4-FFF2-40B4-BE49-F238E27FC236}">
                <a16:creationId xmlns:a16="http://schemas.microsoft.com/office/drawing/2014/main" id="{3E88909A-CE68-9322-94A6-E35945317479}"/>
              </a:ext>
            </a:extLst>
          </p:cNvPr>
          <p:cNvPicPr>
            <a:picLocks noChangeAspect="1" noChangeArrowheads="1"/>
          </p:cNvPicPr>
          <p:nvPr/>
        </p:nvPicPr>
        <p:blipFill>
          <a:blip r:embed="rId3">
            <a:alphaModFix amt="50000"/>
            <a:extLst>
              <a:ext uri="{28A0092B-C50C-407E-A947-70E740481C1C}">
                <a14:useLocalDpi xmlns:a14="http://schemas.microsoft.com/office/drawing/2010/main" val="0"/>
              </a:ext>
            </a:extLst>
          </a:blip>
          <a:srcRect/>
          <a:stretch>
            <a:fillRect/>
          </a:stretch>
        </p:blipFill>
        <p:spPr bwMode="auto">
          <a:xfrm>
            <a:off x="9500579" y="6439061"/>
            <a:ext cx="1760278" cy="4114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02597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478130-E0AB-2888-B16E-48AD9C281280}"/>
              </a:ext>
            </a:extLst>
          </p:cNvPr>
          <p:cNvSpPr>
            <a:spLocks noGrp="1"/>
          </p:cNvSpPr>
          <p:nvPr>
            <p:ph type="title"/>
          </p:nvPr>
        </p:nvSpPr>
        <p:spPr/>
        <p:txBody>
          <a:bodyPr/>
          <a:lstStyle/>
          <a:p>
            <a:r>
              <a:rPr lang="en-US" dirty="0"/>
              <a:t>Our Solution – The Doppler-Enhanced Approach</a:t>
            </a:r>
          </a:p>
        </p:txBody>
      </p:sp>
      <p:sp>
        <p:nvSpPr>
          <p:cNvPr id="3" name="Content Placeholder 2">
            <a:extLst>
              <a:ext uri="{FF2B5EF4-FFF2-40B4-BE49-F238E27FC236}">
                <a16:creationId xmlns:a16="http://schemas.microsoft.com/office/drawing/2014/main" id="{4BB76D35-47FA-CE5A-27F5-165F3B0FD548}"/>
              </a:ext>
            </a:extLst>
          </p:cNvPr>
          <p:cNvSpPr>
            <a:spLocks noGrp="1"/>
          </p:cNvSpPr>
          <p:nvPr>
            <p:ph idx="1"/>
          </p:nvPr>
        </p:nvSpPr>
        <p:spPr>
          <a:xfrm>
            <a:off x="268816" y="1042328"/>
            <a:ext cx="7332134" cy="3542372"/>
          </a:xfrm>
        </p:spPr>
        <p:txBody>
          <a:bodyPr>
            <a:normAutofit fontScale="92500" lnSpcReduction="10000"/>
          </a:bodyPr>
          <a:lstStyle/>
          <a:p>
            <a:r>
              <a:rPr lang="en-US" b="1" dirty="0"/>
              <a:t>Core Concept:</a:t>
            </a:r>
            <a:r>
              <a:rPr lang="en-US" dirty="0"/>
              <a:t> A "Doppler Motion Stream".</a:t>
            </a:r>
          </a:p>
          <a:p>
            <a:r>
              <a:rPr lang="en-US" dirty="0"/>
              <a:t>The Insight:</a:t>
            </a:r>
          </a:p>
          <a:p>
            <a:pPr lvl="1"/>
            <a:r>
              <a:rPr lang="en-US" dirty="0"/>
              <a:t>Instead of complex flow estimation, we use a lightweight "Doppler" analog.</a:t>
            </a:r>
          </a:p>
          <a:p>
            <a:pPr lvl="1"/>
            <a:r>
              <a:rPr lang="en-US" b="1" dirty="0"/>
              <a:t>Frame Differencing: </a:t>
            </a:r>
            <a:r>
              <a:rPr lang="en-US" dirty="0">
                <a:latin typeface="Bell MT" panose="02020503060305020303" pitchFamily="18" charset="0"/>
              </a:rPr>
              <a:t>D</a:t>
            </a:r>
            <a:r>
              <a:rPr lang="en-US" baseline="-25000" dirty="0">
                <a:latin typeface="Bell MT" panose="02020503060305020303" pitchFamily="18" charset="0"/>
              </a:rPr>
              <a:t>t</a:t>
            </a:r>
            <a:r>
              <a:rPr lang="en-US" dirty="0">
                <a:latin typeface="Bell MT" panose="02020503060305020303" pitchFamily="18" charset="0"/>
              </a:rPr>
              <a:t> = f</a:t>
            </a:r>
            <a:r>
              <a:rPr lang="en-US" baseline="-25000" dirty="0">
                <a:latin typeface="Bell MT" panose="02020503060305020303" pitchFamily="18" charset="0"/>
              </a:rPr>
              <a:t>t </a:t>
            </a:r>
            <a:r>
              <a:rPr lang="en-US" dirty="0">
                <a:latin typeface="Bell MT" panose="02020503060305020303" pitchFamily="18" charset="0"/>
              </a:rPr>
              <a:t>– f</a:t>
            </a:r>
            <a:r>
              <a:rPr lang="en-US" baseline="-25000" dirty="0">
                <a:latin typeface="Bell MT" panose="02020503060305020303" pitchFamily="18" charset="0"/>
              </a:rPr>
              <a:t>t-1</a:t>
            </a:r>
          </a:p>
          <a:p>
            <a:pPr lvl="1"/>
            <a:endParaRPr lang="en-US" baseline="-25000" dirty="0">
              <a:latin typeface="Bell MT" panose="02020503060305020303" pitchFamily="18" charset="0"/>
            </a:endParaRPr>
          </a:p>
          <a:p>
            <a:r>
              <a:rPr lang="en-US" dirty="0"/>
              <a:t>Why it Works:</a:t>
            </a:r>
          </a:p>
          <a:p>
            <a:pPr lvl="1"/>
            <a:r>
              <a:rPr lang="en-US" b="1" dirty="0"/>
              <a:t>Noise Suppression</a:t>
            </a:r>
            <a:r>
              <a:rPr lang="en-US" dirty="0"/>
              <a:t>: Static backgrounds (D</a:t>
            </a:r>
            <a:r>
              <a:rPr lang="en-US" baseline="-25000" dirty="0"/>
              <a:t>t</a:t>
            </a:r>
            <a:r>
              <a:rPr lang="en-US" dirty="0"/>
              <a:t> ≈ 0) naturally disappear.</a:t>
            </a:r>
          </a:p>
          <a:p>
            <a:pPr lvl="1"/>
            <a:r>
              <a:rPr lang="en-US" b="1" dirty="0"/>
              <a:t>Edge Enhancement:</a:t>
            </a:r>
            <a:r>
              <a:rPr lang="en-US" dirty="0"/>
              <a:t> Rapid movements create strong difference boundaries, sketching the hand's trajectory.</a:t>
            </a:r>
          </a:p>
        </p:txBody>
      </p:sp>
      <p:sp>
        <p:nvSpPr>
          <p:cNvPr id="4" name="Footer Placeholder 3">
            <a:extLst>
              <a:ext uri="{FF2B5EF4-FFF2-40B4-BE49-F238E27FC236}">
                <a16:creationId xmlns:a16="http://schemas.microsoft.com/office/drawing/2014/main" id="{E7F6C9C8-9632-A8C5-A2B7-274C31E8A778}"/>
              </a:ext>
            </a:extLst>
          </p:cNvPr>
          <p:cNvSpPr>
            <a:spLocks noGrp="1"/>
          </p:cNvSpPr>
          <p:nvPr>
            <p:ph type="ftr" sz="quarter" idx="11"/>
          </p:nvPr>
        </p:nvSpPr>
        <p:spPr/>
        <p:txBody>
          <a:bodyPr/>
          <a:lstStyle/>
          <a:p>
            <a:pPr marL="0" indent="0">
              <a:buNone/>
            </a:pPr>
            <a:endParaRPr lang="ko-KR" altLang="en-US" dirty="0"/>
          </a:p>
        </p:txBody>
      </p:sp>
      <p:sp>
        <p:nvSpPr>
          <p:cNvPr id="5" name="Slide Number Placeholder 4">
            <a:extLst>
              <a:ext uri="{FF2B5EF4-FFF2-40B4-BE49-F238E27FC236}">
                <a16:creationId xmlns:a16="http://schemas.microsoft.com/office/drawing/2014/main" id="{461B84BA-3113-13D7-34A5-DB14FB3EDE95}"/>
              </a:ext>
            </a:extLst>
          </p:cNvPr>
          <p:cNvSpPr>
            <a:spLocks noGrp="1"/>
          </p:cNvSpPr>
          <p:nvPr>
            <p:ph type="sldNum" sz="quarter" idx="4"/>
          </p:nvPr>
        </p:nvSpPr>
        <p:spPr/>
        <p:txBody>
          <a:bodyPr/>
          <a:lstStyle/>
          <a:p>
            <a:fld id="{1C8FA38B-43AE-4C7F-AC62-93C06D579860}" type="slidenum">
              <a:rPr lang="ko-KR" altLang="en-US" smtClean="0"/>
              <a:pPr/>
              <a:t>3</a:t>
            </a:fld>
            <a:endParaRPr lang="ko-KR" altLang="en-US" dirty="0"/>
          </a:p>
        </p:txBody>
      </p:sp>
      <p:pic>
        <p:nvPicPr>
          <p:cNvPr id="7" name="Picture 6">
            <a:extLst>
              <a:ext uri="{FF2B5EF4-FFF2-40B4-BE49-F238E27FC236}">
                <a16:creationId xmlns:a16="http://schemas.microsoft.com/office/drawing/2014/main" id="{4349D1C9-F18D-5961-207E-46EEE49C35E6}"/>
              </a:ext>
            </a:extLst>
          </p:cNvPr>
          <p:cNvPicPr>
            <a:picLocks noChangeAspect="1"/>
          </p:cNvPicPr>
          <p:nvPr/>
        </p:nvPicPr>
        <p:blipFill>
          <a:blip r:embed="rId3"/>
          <a:srcRect l="3428" r="3742" b="2480"/>
          <a:stretch>
            <a:fillRect/>
          </a:stretch>
        </p:blipFill>
        <p:spPr>
          <a:xfrm>
            <a:off x="8030633" y="1366178"/>
            <a:ext cx="3822700" cy="2007904"/>
          </a:xfrm>
          <a:prstGeom prst="rect">
            <a:avLst/>
          </a:prstGeom>
        </p:spPr>
      </p:pic>
      <p:pic>
        <p:nvPicPr>
          <p:cNvPr id="9" name="Picture 8">
            <a:extLst>
              <a:ext uri="{FF2B5EF4-FFF2-40B4-BE49-F238E27FC236}">
                <a16:creationId xmlns:a16="http://schemas.microsoft.com/office/drawing/2014/main" id="{9F80EB56-2261-8A16-E758-A89FF5B90834}"/>
              </a:ext>
            </a:extLst>
          </p:cNvPr>
          <p:cNvPicPr>
            <a:picLocks noChangeAspect="1"/>
          </p:cNvPicPr>
          <p:nvPr/>
        </p:nvPicPr>
        <p:blipFill>
          <a:blip r:embed="rId4"/>
          <a:srcRect l="3627" t="-1" r="3234" b="3235"/>
          <a:stretch>
            <a:fillRect/>
          </a:stretch>
        </p:blipFill>
        <p:spPr>
          <a:xfrm>
            <a:off x="8030633" y="3632200"/>
            <a:ext cx="3865267" cy="2007904"/>
          </a:xfrm>
          <a:prstGeom prst="rect">
            <a:avLst/>
          </a:prstGeom>
        </p:spPr>
      </p:pic>
      <p:pic>
        <p:nvPicPr>
          <p:cNvPr id="6" name="Picture 2" descr="BigComp 2026 Logo">
            <a:extLst>
              <a:ext uri="{FF2B5EF4-FFF2-40B4-BE49-F238E27FC236}">
                <a16:creationId xmlns:a16="http://schemas.microsoft.com/office/drawing/2014/main" id="{AAEF0E98-8EA7-E6C0-4E43-A56976FC3ED3}"/>
              </a:ext>
            </a:extLst>
          </p:cNvPr>
          <p:cNvPicPr>
            <a:picLocks noChangeAspect="1" noChangeArrowheads="1"/>
          </p:cNvPicPr>
          <p:nvPr/>
        </p:nvPicPr>
        <p:blipFill>
          <a:blip r:embed="rId5">
            <a:alphaModFix amt="50000"/>
            <a:extLst>
              <a:ext uri="{28A0092B-C50C-407E-A947-70E740481C1C}">
                <a14:useLocalDpi xmlns:a14="http://schemas.microsoft.com/office/drawing/2010/main" val="0"/>
              </a:ext>
            </a:extLst>
          </a:blip>
          <a:srcRect/>
          <a:stretch>
            <a:fillRect/>
          </a:stretch>
        </p:blipFill>
        <p:spPr bwMode="auto">
          <a:xfrm>
            <a:off x="9500579" y="6439061"/>
            <a:ext cx="1760278" cy="4114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21202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B110F-4F2E-FEEB-C508-AA491EBE4ACD}"/>
              </a:ext>
            </a:extLst>
          </p:cNvPr>
          <p:cNvSpPr>
            <a:spLocks noGrp="1"/>
          </p:cNvSpPr>
          <p:nvPr>
            <p:ph type="title"/>
          </p:nvPr>
        </p:nvSpPr>
        <p:spPr/>
        <p:txBody>
          <a:bodyPr/>
          <a:lstStyle/>
          <a:p>
            <a:r>
              <a:rPr lang="en-US" dirty="0"/>
              <a:t>Methodology – The Multi-Stream Architecture</a:t>
            </a:r>
          </a:p>
        </p:txBody>
      </p:sp>
      <p:sp>
        <p:nvSpPr>
          <p:cNvPr id="3" name="Content Placeholder 2">
            <a:extLst>
              <a:ext uri="{FF2B5EF4-FFF2-40B4-BE49-F238E27FC236}">
                <a16:creationId xmlns:a16="http://schemas.microsoft.com/office/drawing/2014/main" id="{6414E2FD-90F4-CB22-FC7E-C0E9B8121C86}"/>
              </a:ext>
            </a:extLst>
          </p:cNvPr>
          <p:cNvSpPr>
            <a:spLocks noGrp="1"/>
          </p:cNvSpPr>
          <p:nvPr>
            <p:ph idx="1"/>
          </p:nvPr>
        </p:nvSpPr>
        <p:spPr>
          <a:xfrm>
            <a:off x="116417" y="3633128"/>
            <a:ext cx="11573933" cy="2424772"/>
          </a:xfrm>
        </p:spPr>
        <p:txBody>
          <a:bodyPr/>
          <a:lstStyle/>
          <a:p>
            <a:r>
              <a:rPr lang="en-US" sz="2000" dirty="0"/>
              <a:t>Three Parallel Streams:</a:t>
            </a:r>
          </a:p>
          <a:p>
            <a:pPr marL="914400" lvl="1" indent="-457200">
              <a:buFont typeface="+mj-lt"/>
              <a:buAutoNum type="arabicPeriod"/>
            </a:pPr>
            <a:r>
              <a:rPr lang="en-US" b="1" dirty="0"/>
              <a:t>Video (RGB): </a:t>
            </a:r>
            <a:r>
              <a:rPr lang="en-US" dirty="0"/>
              <a:t>Captures texture and general context.</a:t>
            </a:r>
          </a:p>
          <a:p>
            <a:pPr marL="914400" lvl="1" indent="-457200">
              <a:buFont typeface="+mj-lt"/>
              <a:buAutoNum type="arabicPeriod"/>
            </a:pPr>
            <a:r>
              <a:rPr lang="en-US" b="1" dirty="0"/>
              <a:t>Keypoints (Structure): </a:t>
            </a:r>
            <a:r>
              <a:rPr lang="en-US" dirty="0"/>
              <a:t>Uses 79 keypoints (</a:t>
            </a:r>
            <a:r>
              <a:rPr lang="en-US" dirty="0" err="1"/>
              <a:t>Dsc-hrnet</a:t>
            </a:r>
            <a:r>
              <a:rPr lang="en-US" dirty="0"/>
              <a:t>) converted to Gaussian heatmaps for fine-grained</a:t>
            </a:r>
            <a:br>
              <a:rPr lang="en-US" dirty="0"/>
            </a:br>
            <a:r>
              <a:rPr lang="en-US" dirty="0"/>
              <a:t>structure.</a:t>
            </a:r>
          </a:p>
          <a:p>
            <a:pPr marL="914400" lvl="1" indent="-457200">
              <a:buFont typeface="+mj-lt"/>
              <a:buAutoNum type="arabicPeriod"/>
            </a:pPr>
            <a:r>
              <a:rPr lang="en-US" b="1" dirty="0"/>
              <a:t>Doppler (Dynamics):</a:t>
            </a:r>
            <a:r>
              <a:rPr lang="en-US" dirty="0"/>
              <a:t> Our novel stream for explicit motion modeling.</a:t>
            </a:r>
          </a:p>
          <a:p>
            <a:pPr marL="457200" lvl="1" indent="0">
              <a:buNone/>
            </a:pPr>
            <a:endParaRPr lang="en-US" dirty="0"/>
          </a:p>
        </p:txBody>
      </p:sp>
      <p:sp>
        <p:nvSpPr>
          <p:cNvPr id="4" name="Footer Placeholder 3">
            <a:extLst>
              <a:ext uri="{FF2B5EF4-FFF2-40B4-BE49-F238E27FC236}">
                <a16:creationId xmlns:a16="http://schemas.microsoft.com/office/drawing/2014/main" id="{DF3C5F7F-B250-0B90-F7C2-C0C2659850A8}"/>
              </a:ext>
            </a:extLst>
          </p:cNvPr>
          <p:cNvSpPr>
            <a:spLocks noGrp="1"/>
          </p:cNvSpPr>
          <p:nvPr>
            <p:ph type="ftr" sz="quarter" idx="11"/>
          </p:nvPr>
        </p:nvSpPr>
        <p:spPr/>
        <p:txBody>
          <a:bodyPr/>
          <a:lstStyle/>
          <a:p>
            <a:endParaRPr lang="ko-KR" altLang="en-US" dirty="0"/>
          </a:p>
        </p:txBody>
      </p:sp>
      <p:sp>
        <p:nvSpPr>
          <p:cNvPr id="5" name="Slide Number Placeholder 4">
            <a:extLst>
              <a:ext uri="{FF2B5EF4-FFF2-40B4-BE49-F238E27FC236}">
                <a16:creationId xmlns:a16="http://schemas.microsoft.com/office/drawing/2014/main" id="{976A942A-C45F-7FFA-016D-F18DA8B90131}"/>
              </a:ext>
            </a:extLst>
          </p:cNvPr>
          <p:cNvSpPr>
            <a:spLocks noGrp="1"/>
          </p:cNvSpPr>
          <p:nvPr>
            <p:ph type="sldNum" sz="quarter" idx="4"/>
          </p:nvPr>
        </p:nvSpPr>
        <p:spPr/>
        <p:txBody>
          <a:bodyPr/>
          <a:lstStyle/>
          <a:p>
            <a:fld id="{1C8FA38B-43AE-4C7F-AC62-93C06D579860}" type="slidenum">
              <a:rPr lang="ko-KR" altLang="en-US" smtClean="0"/>
              <a:pPr/>
              <a:t>4</a:t>
            </a:fld>
            <a:endParaRPr lang="ko-KR" altLang="en-US" dirty="0"/>
          </a:p>
        </p:txBody>
      </p:sp>
      <p:pic>
        <p:nvPicPr>
          <p:cNvPr id="9" name="Picture 8">
            <a:extLst>
              <a:ext uri="{FF2B5EF4-FFF2-40B4-BE49-F238E27FC236}">
                <a16:creationId xmlns:a16="http://schemas.microsoft.com/office/drawing/2014/main" id="{B413550C-B33C-912F-DF04-E113B59346BA}"/>
              </a:ext>
            </a:extLst>
          </p:cNvPr>
          <p:cNvPicPr>
            <a:picLocks noChangeAspect="1"/>
          </p:cNvPicPr>
          <p:nvPr/>
        </p:nvPicPr>
        <p:blipFill>
          <a:blip r:embed="rId3"/>
          <a:srcRect/>
          <a:stretch/>
        </p:blipFill>
        <p:spPr>
          <a:xfrm>
            <a:off x="5891347" y="698372"/>
            <a:ext cx="5961986" cy="3374423"/>
          </a:xfrm>
          <a:prstGeom prst="rect">
            <a:avLst/>
          </a:prstGeom>
        </p:spPr>
      </p:pic>
      <p:pic>
        <p:nvPicPr>
          <p:cNvPr id="6" name="Picture 2" descr="BigComp 2026 Logo">
            <a:extLst>
              <a:ext uri="{FF2B5EF4-FFF2-40B4-BE49-F238E27FC236}">
                <a16:creationId xmlns:a16="http://schemas.microsoft.com/office/drawing/2014/main" id="{0EE19A68-0861-67F8-944C-A189ECE82388}"/>
              </a:ext>
            </a:extLst>
          </p:cNvPr>
          <p:cNvPicPr>
            <a:picLocks noChangeAspect="1" noChangeArrowheads="1"/>
          </p:cNvPicPr>
          <p:nvPr/>
        </p:nvPicPr>
        <p:blipFill>
          <a:blip r:embed="rId4">
            <a:alphaModFix amt="50000"/>
            <a:extLst>
              <a:ext uri="{28A0092B-C50C-407E-A947-70E740481C1C}">
                <a14:useLocalDpi xmlns:a14="http://schemas.microsoft.com/office/drawing/2010/main" val="0"/>
              </a:ext>
            </a:extLst>
          </a:blip>
          <a:srcRect/>
          <a:stretch>
            <a:fillRect/>
          </a:stretch>
        </p:blipFill>
        <p:spPr bwMode="auto">
          <a:xfrm>
            <a:off x="9500579" y="6439061"/>
            <a:ext cx="1760278" cy="41148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6">
            <a:extLst>
              <a:ext uri="{FF2B5EF4-FFF2-40B4-BE49-F238E27FC236}">
                <a16:creationId xmlns:a16="http://schemas.microsoft.com/office/drawing/2014/main" id="{14E7AFE5-64EC-E907-7372-B7D6F3D46479}"/>
              </a:ext>
            </a:extLst>
          </p:cNvPr>
          <p:cNvPicPr>
            <a:picLocks noChangeAspect="1"/>
          </p:cNvPicPr>
          <p:nvPr/>
        </p:nvPicPr>
        <p:blipFill>
          <a:blip r:embed="rId5">
            <a:extLst>
              <a:ext uri="{28A0092B-C50C-407E-A947-70E740481C1C}">
                <a14:useLocalDpi xmlns:a14="http://schemas.microsoft.com/office/drawing/2010/main" val="0"/>
              </a:ext>
            </a:extLst>
          </a:blip>
          <a:srcRect r="50000"/>
          <a:stretch>
            <a:fillRect/>
          </a:stretch>
        </p:blipFill>
        <p:spPr>
          <a:xfrm>
            <a:off x="6153150" y="841573"/>
            <a:ext cx="1035050" cy="806450"/>
          </a:xfrm>
          <a:prstGeom prst="rect">
            <a:avLst/>
          </a:prstGeom>
        </p:spPr>
      </p:pic>
      <p:pic>
        <p:nvPicPr>
          <p:cNvPr id="21" name="Picture 20">
            <a:extLst>
              <a:ext uri="{FF2B5EF4-FFF2-40B4-BE49-F238E27FC236}">
                <a16:creationId xmlns:a16="http://schemas.microsoft.com/office/drawing/2014/main" id="{BA876DDA-9633-7281-BC28-26631372CCFC}"/>
              </a:ext>
            </a:extLst>
          </p:cNvPr>
          <p:cNvPicPr>
            <a:picLocks noChangeAspect="1"/>
          </p:cNvPicPr>
          <p:nvPr/>
        </p:nvPicPr>
        <p:blipFill>
          <a:blip r:embed="rId5">
            <a:extLst>
              <a:ext uri="{28A0092B-C50C-407E-A947-70E740481C1C}">
                <a14:useLocalDpi xmlns:a14="http://schemas.microsoft.com/office/drawing/2010/main" val="0"/>
              </a:ext>
            </a:extLst>
          </a:blip>
          <a:srcRect l="50000"/>
          <a:stretch>
            <a:fillRect/>
          </a:stretch>
        </p:blipFill>
        <p:spPr>
          <a:xfrm>
            <a:off x="6153150" y="2946400"/>
            <a:ext cx="1035050" cy="806450"/>
          </a:xfrm>
          <a:prstGeom prst="rect">
            <a:avLst/>
          </a:prstGeom>
        </p:spPr>
      </p:pic>
      <p:pic>
        <p:nvPicPr>
          <p:cNvPr id="25" name="Picture 24">
            <a:extLst>
              <a:ext uri="{FF2B5EF4-FFF2-40B4-BE49-F238E27FC236}">
                <a16:creationId xmlns:a16="http://schemas.microsoft.com/office/drawing/2014/main" id="{15EAE38B-AF92-17E5-A63A-F375B311D1E7}"/>
              </a:ext>
            </a:extLst>
          </p:cNvPr>
          <p:cNvPicPr>
            <a:picLocks noChangeAspect="1"/>
          </p:cNvPicPr>
          <p:nvPr/>
        </p:nvPicPr>
        <p:blipFill>
          <a:blip r:embed="rId6">
            <a:extLst>
              <a:ext uri="{28A0092B-C50C-407E-A947-70E740481C1C}">
                <a14:useLocalDpi xmlns:a14="http://schemas.microsoft.com/office/drawing/2010/main" val="0"/>
              </a:ext>
            </a:extLst>
          </a:blip>
          <a:srcRect l="31042" t="19063" r="34653" b="25581"/>
          <a:stretch>
            <a:fillRect/>
          </a:stretch>
        </p:blipFill>
        <p:spPr>
          <a:xfrm>
            <a:off x="6154603" y="1877025"/>
            <a:ext cx="1033597" cy="806451"/>
          </a:xfrm>
          <a:prstGeom prst="rect">
            <a:avLst/>
          </a:prstGeom>
        </p:spPr>
      </p:pic>
    </p:spTree>
    <p:extLst>
      <p:ext uri="{BB962C8B-B14F-4D97-AF65-F5344CB8AC3E}">
        <p14:creationId xmlns:p14="http://schemas.microsoft.com/office/powerpoint/2010/main" val="8024671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BAD789-D709-2FA3-89DC-C4A3378CFA65}"/>
              </a:ext>
            </a:extLst>
          </p:cNvPr>
          <p:cNvSpPr>
            <a:spLocks noGrp="1"/>
          </p:cNvSpPr>
          <p:nvPr>
            <p:ph type="title"/>
          </p:nvPr>
        </p:nvSpPr>
        <p:spPr/>
        <p:txBody>
          <a:bodyPr/>
          <a:lstStyle/>
          <a:p>
            <a:r>
              <a:rPr lang="en-US" dirty="0"/>
              <a:t>Why "Doppler" is Better than Optical Flow</a:t>
            </a:r>
          </a:p>
        </p:txBody>
      </p:sp>
      <p:sp>
        <p:nvSpPr>
          <p:cNvPr id="3" name="Content Placeholder 2">
            <a:extLst>
              <a:ext uri="{FF2B5EF4-FFF2-40B4-BE49-F238E27FC236}">
                <a16:creationId xmlns:a16="http://schemas.microsoft.com/office/drawing/2014/main" id="{7B9EA3C5-1C04-FFD4-4A58-C2F4FA89B86A}"/>
              </a:ext>
            </a:extLst>
          </p:cNvPr>
          <p:cNvSpPr>
            <a:spLocks noGrp="1"/>
          </p:cNvSpPr>
          <p:nvPr>
            <p:ph idx="1"/>
          </p:nvPr>
        </p:nvSpPr>
        <p:spPr/>
        <p:txBody>
          <a:bodyPr/>
          <a:lstStyle/>
          <a:p>
            <a:r>
              <a:rPr lang="en-US" dirty="0"/>
              <a:t>Computational Complexity:</a:t>
            </a:r>
          </a:p>
          <a:p>
            <a:pPr lvl="1"/>
            <a:r>
              <a:rPr lang="en-US" b="1" dirty="0"/>
              <a:t>Optical Flow:</a:t>
            </a:r>
            <a:r>
              <a:rPr lang="en-US" dirty="0"/>
              <a:t> Solves complex optimization equations.</a:t>
            </a:r>
          </a:p>
          <a:p>
            <a:pPr lvl="1"/>
            <a:r>
              <a:rPr lang="en-US" b="1" dirty="0"/>
              <a:t>Doppler Stream:</a:t>
            </a:r>
            <a:r>
              <a:rPr lang="en-US" dirty="0"/>
              <a:t> Simple O(1) operation per pixel.</a:t>
            </a:r>
          </a:p>
          <a:p>
            <a:endParaRPr lang="en-US" dirty="0"/>
          </a:p>
          <a:p>
            <a:r>
              <a:rPr lang="en-US" dirty="0"/>
              <a:t>Visualizing the Difference:</a:t>
            </a:r>
          </a:p>
          <a:p>
            <a:pPr lvl="1"/>
            <a:r>
              <a:rPr lang="en-US" b="1" dirty="0"/>
              <a:t>Raw Trajectory:</a:t>
            </a:r>
            <a:r>
              <a:rPr lang="en-US" dirty="0"/>
              <a:t> Noisy, micro-jitters.</a:t>
            </a:r>
          </a:p>
          <a:p>
            <a:pPr lvl="1"/>
            <a:r>
              <a:rPr lang="en-US" b="1" dirty="0"/>
              <a:t>Doppler-Enhanced:</a:t>
            </a:r>
            <a:r>
              <a:rPr lang="en-US" dirty="0"/>
              <a:t> Emphasizes directional flow and filters noise.</a:t>
            </a:r>
          </a:p>
        </p:txBody>
      </p:sp>
      <p:sp>
        <p:nvSpPr>
          <p:cNvPr id="4" name="Footer Placeholder 3">
            <a:extLst>
              <a:ext uri="{FF2B5EF4-FFF2-40B4-BE49-F238E27FC236}">
                <a16:creationId xmlns:a16="http://schemas.microsoft.com/office/drawing/2014/main" id="{84116739-A68E-0163-79F0-3AC3ECBF972B}"/>
              </a:ext>
            </a:extLst>
          </p:cNvPr>
          <p:cNvSpPr>
            <a:spLocks noGrp="1"/>
          </p:cNvSpPr>
          <p:nvPr>
            <p:ph type="ftr" sz="quarter" idx="11"/>
          </p:nvPr>
        </p:nvSpPr>
        <p:spPr/>
        <p:txBody>
          <a:bodyPr/>
          <a:lstStyle/>
          <a:p>
            <a:endParaRPr lang="ko-KR" altLang="en-US" dirty="0"/>
          </a:p>
        </p:txBody>
      </p:sp>
      <p:sp>
        <p:nvSpPr>
          <p:cNvPr id="5" name="Slide Number Placeholder 4">
            <a:extLst>
              <a:ext uri="{FF2B5EF4-FFF2-40B4-BE49-F238E27FC236}">
                <a16:creationId xmlns:a16="http://schemas.microsoft.com/office/drawing/2014/main" id="{33DE8CA0-9476-46B1-9F71-E79F549CEE85}"/>
              </a:ext>
            </a:extLst>
          </p:cNvPr>
          <p:cNvSpPr>
            <a:spLocks noGrp="1"/>
          </p:cNvSpPr>
          <p:nvPr>
            <p:ph type="sldNum" sz="quarter" idx="4"/>
          </p:nvPr>
        </p:nvSpPr>
        <p:spPr/>
        <p:txBody>
          <a:bodyPr/>
          <a:lstStyle/>
          <a:p>
            <a:fld id="{1C8FA38B-43AE-4C7F-AC62-93C06D579860}" type="slidenum">
              <a:rPr lang="ko-KR" altLang="en-US" smtClean="0"/>
              <a:pPr/>
              <a:t>5</a:t>
            </a:fld>
            <a:endParaRPr lang="ko-KR" altLang="en-US" dirty="0"/>
          </a:p>
        </p:txBody>
      </p:sp>
      <p:pic>
        <p:nvPicPr>
          <p:cNvPr id="8" name="Picture 7">
            <a:extLst>
              <a:ext uri="{FF2B5EF4-FFF2-40B4-BE49-F238E27FC236}">
                <a16:creationId xmlns:a16="http://schemas.microsoft.com/office/drawing/2014/main" id="{697ED89F-62F9-DAB9-876B-9D65063A0FE9}"/>
              </a:ext>
            </a:extLst>
          </p:cNvPr>
          <p:cNvPicPr>
            <a:picLocks noChangeAspect="1"/>
          </p:cNvPicPr>
          <p:nvPr/>
        </p:nvPicPr>
        <p:blipFill>
          <a:blip r:embed="rId3"/>
          <a:stretch>
            <a:fillRect/>
          </a:stretch>
        </p:blipFill>
        <p:spPr>
          <a:xfrm>
            <a:off x="7568217" y="1152250"/>
            <a:ext cx="3988878" cy="2181500"/>
          </a:xfrm>
          <a:prstGeom prst="rect">
            <a:avLst/>
          </a:prstGeom>
        </p:spPr>
      </p:pic>
      <p:pic>
        <p:nvPicPr>
          <p:cNvPr id="6" name="Picture 2" descr="BigComp 2026 Logo">
            <a:extLst>
              <a:ext uri="{FF2B5EF4-FFF2-40B4-BE49-F238E27FC236}">
                <a16:creationId xmlns:a16="http://schemas.microsoft.com/office/drawing/2014/main" id="{CFBAB1DC-703E-A8D4-9B55-FF1FB9EC216E}"/>
              </a:ext>
            </a:extLst>
          </p:cNvPr>
          <p:cNvPicPr>
            <a:picLocks noChangeAspect="1" noChangeArrowheads="1"/>
          </p:cNvPicPr>
          <p:nvPr/>
        </p:nvPicPr>
        <p:blipFill>
          <a:blip r:embed="rId4">
            <a:alphaModFix amt="50000"/>
            <a:extLst>
              <a:ext uri="{28A0092B-C50C-407E-A947-70E740481C1C}">
                <a14:useLocalDpi xmlns:a14="http://schemas.microsoft.com/office/drawing/2010/main" val="0"/>
              </a:ext>
            </a:extLst>
          </a:blip>
          <a:srcRect/>
          <a:stretch>
            <a:fillRect/>
          </a:stretch>
        </p:blipFill>
        <p:spPr bwMode="auto">
          <a:xfrm>
            <a:off x="9500579" y="6439061"/>
            <a:ext cx="1760278" cy="4114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153130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85B041-224D-8686-A324-EAFA221232B7}"/>
              </a:ext>
            </a:extLst>
          </p:cNvPr>
          <p:cNvSpPr>
            <a:spLocks noGrp="1"/>
          </p:cNvSpPr>
          <p:nvPr>
            <p:ph type="title"/>
          </p:nvPr>
        </p:nvSpPr>
        <p:spPr/>
        <p:txBody>
          <a:bodyPr/>
          <a:lstStyle/>
          <a:p>
            <a:r>
              <a:rPr lang="en-US" dirty="0"/>
              <a:t>Experimental Results</a:t>
            </a:r>
          </a:p>
        </p:txBody>
      </p:sp>
      <p:sp>
        <p:nvSpPr>
          <p:cNvPr id="4" name="Footer Placeholder 3">
            <a:extLst>
              <a:ext uri="{FF2B5EF4-FFF2-40B4-BE49-F238E27FC236}">
                <a16:creationId xmlns:a16="http://schemas.microsoft.com/office/drawing/2014/main" id="{BB6251FA-18C7-2F4D-0AF3-18347737B6EE}"/>
              </a:ext>
            </a:extLst>
          </p:cNvPr>
          <p:cNvSpPr>
            <a:spLocks noGrp="1"/>
          </p:cNvSpPr>
          <p:nvPr>
            <p:ph type="ftr" sz="quarter" idx="11"/>
          </p:nvPr>
        </p:nvSpPr>
        <p:spPr/>
        <p:txBody>
          <a:bodyPr/>
          <a:lstStyle/>
          <a:p>
            <a:endParaRPr lang="ko-KR" altLang="en-US" dirty="0"/>
          </a:p>
        </p:txBody>
      </p:sp>
      <p:sp>
        <p:nvSpPr>
          <p:cNvPr id="5" name="Slide Number Placeholder 4">
            <a:extLst>
              <a:ext uri="{FF2B5EF4-FFF2-40B4-BE49-F238E27FC236}">
                <a16:creationId xmlns:a16="http://schemas.microsoft.com/office/drawing/2014/main" id="{B64D3185-09D8-0EAE-D363-A2B70C159A57}"/>
              </a:ext>
            </a:extLst>
          </p:cNvPr>
          <p:cNvSpPr>
            <a:spLocks noGrp="1"/>
          </p:cNvSpPr>
          <p:nvPr>
            <p:ph type="sldNum" sz="quarter" idx="4"/>
          </p:nvPr>
        </p:nvSpPr>
        <p:spPr/>
        <p:txBody>
          <a:bodyPr/>
          <a:lstStyle/>
          <a:p>
            <a:fld id="{1C8FA38B-43AE-4C7F-AC62-93C06D579860}" type="slidenum">
              <a:rPr lang="ko-KR" altLang="en-US" smtClean="0"/>
              <a:pPr/>
              <a:t>6</a:t>
            </a:fld>
            <a:endParaRPr lang="ko-KR" altLang="en-US" dirty="0"/>
          </a:p>
        </p:txBody>
      </p:sp>
      <p:pic>
        <p:nvPicPr>
          <p:cNvPr id="7" name="Picture 2" descr="BigComp 2026 Logo">
            <a:extLst>
              <a:ext uri="{FF2B5EF4-FFF2-40B4-BE49-F238E27FC236}">
                <a16:creationId xmlns:a16="http://schemas.microsoft.com/office/drawing/2014/main" id="{CFCEEAD5-F679-CB0D-3BDC-86FB07A9280E}"/>
              </a:ext>
            </a:extLst>
          </p:cNvPr>
          <p:cNvPicPr>
            <a:picLocks noChangeAspect="1" noChangeArrowheads="1"/>
          </p:cNvPicPr>
          <p:nvPr/>
        </p:nvPicPr>
        <p:blipFill>
          <a:blip r:embed="rId3">
            <a:alphaModFix amt="50000"/>
            <a:extLst>
              <a:ext uri="{28A0092B-C50C-407E-A947-70E740481C1C}">
                <a14:useLocalDpi xmlns:a14="http://schemas.microsoft.com/office/drawing/2010/main" val="0"/>
              </a:ext>
            </a:extLst>
          </a:blip>
          <a:srcRect/>
          <a:stretch>
            <a:fillRect/>
          </a:stretch>
        </p:blipFill>
        <p:spPr bwMode="auto">
          <a:xfrm>
            <a:off x="9500579" y="6439061"/>
            <a:ext cx="1760278" cy="41148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6" name="Table 15">
            <a:extLst>
              <a:ext uri="{FF2B5EF4-FFF2-40B4-BE49-F238E27FC236}">
                <a16:creationId xmlns:a16="http://schemas.microsoft.com/office/drawing/2014/main" id="{1068DB5E-1B53-C5C4-381F-634511A3F922}"/>
              </a:ext>
            </a:extLst>
          </p:cNvPr>
          <p:cNvGraphicFramePr>
            <a:graphicFrameLocks noGrp="1"/>
          </p:cNvGraphicFramePr>
          <p:nvPr>
            <p:extLst>
              <p:ext uri="{D42A27DB-BD31-4B8C-83A1-F6EECF244321}">
                <p14:modId xmlns:p14="http://schemas.microsoft.com/office/powerpoint/2010/main" val="3643293677"/>
              </p:ext>
            </p:extLst>
          </p:nvPr>
        </p:nvGraphicFramePr>
        <p:xfrm>
          <a:off x="476250" y="1282238"/>
          <a:ext cx="4984750" cy="4294221"/>
        </p:xfrm>
        <a:graphic>
          <a:graphicData uri="http://schemas.openxmlformats.org/drawingml/2006/table">
            <a:tbl>
              <a:tblPr firstRow="1" bandRow="1">
                <a:tableStyleId>{5C22544A-7EE6-4342-B048-85BDC9FD1C3A}</a:tableStyleId>
              </a:tblPr>
              <a:tblGrid>
                <a:gridCol w="1809750">
                  <a:extLst>
                    <a:ext uri="{9D8B030D-6E8A-4147-A177-3AD203B41FA5}">
                      <a16:colId xmlns:a16="http://schemas.microsoft.com/office/drawing/2014/main" val="2431749451"/>
                    </a:ext>
                  </a:extLst>
                </a:gridCol>
                <a:gridCol w="1369545">
                  <a:extLst>
                    <a:ext uri="{9D8B030D-6E8A-4147-A177-3AD203B41FA5}">
                      <a16:colId xmlns:a16="http://schemas.microsoft.com/office/drawing/2014/main" val="3073021049"/>
                    </a:ext>
                  </a:extLst>
                </a:gridCol>
                <a:gridCol w="1805455">
                  <a:extLst>
                    <a:ext uri="{9D8B030D-6E8A-4147-A177-3AD203B41FA5}">
                      <a16:colId xmlns:a16="http://schemas.microsoft.com/office/drawing/2014/main" val="4273933222"/>
                    </a:ext>
                  </a:extLst>
                </a:gridCol>
              </a:tblGrid>
              <a:tr h="360460">
                <a:tc>
                  <a:txBody>
                    <a:bodyPr/>
                    <a:lstStyle/>
                    <a:p>
                      <a:pPr rtl="0">
                        <a:buNone/>
                      </a:pPr>
                      <a:r>
                        <a:rPr lang="en-US" sz="1000" b="1">
                          <a:solidFill>
                            <a:srgbClr val="1F1F1F"/>
                          </a:solidFill>
                          <a:effectLst/>
                          <a:latin typeface="Google Sans Text"/>
                        </a:rPr>
                        <a:t>Method</a:t>
                      </a:r>
                      <a:endParaRPr lang="en-US" sz="1000">
                        <a:solidFill>
                          <a:srgbClr val="1F1F1F"/>
                        </a:solidFill>
                        <a:effectLst/>
                        <a:latin typeface="Google Sans Text"/>
                      </a:endParaRPr>
                    </a:p>
                  </a:txBody>
                  <a:tcPr marL="114300" marR="114300" marT="76200" marB="76200" anchor="ctr"/>
                </a:tc>
                <a:tc>
                  <a:txBody>
                    <a:bodyPr/>
                    <a:lstStyle/>
                    <a:p>
                      <a:pPr rtl="0">
                        <a:buNone/>
                      </a:pPr>
                      <a:r>
                        <a:rPr lang="en-US" sz="1000" b="1">
                          <a:solidFill>
                            <a:srgbClr val="1F1F1F"/>
                          </a:solidFill>
                          <a:effectLst/>
                          <a:latin typeface="Google Sans Text"/>
                        </a:rPr>
                        <a:t>Dataset</a:t>
                      </a:r>
                      <a:endParaRPr lang="en-US" sz="1000">
                        <a:solidFill>
                          <a:srgbClr val="1F1F1F"/>
                        </a:solidFill>
                        <a:effectLst/>
                        <a:latin typeface="Google Sans Text"/>
                      </a:endParaRPr>
                    </a:p>
                  </a:txBody>
                  <a:tcPr marL="114300" marR="114300" marT="76200" marB="76200" anchor="ctr"/>
                </a:tc>
                <a:tc>
                  <a:txBody>
                    <a:bodyPr/>
                    <a:lstStyle/>
                    <a:p>
                      <a:pPr rtl="0">
                        <a:buNone/>
                      </a:pPr>
                      <a:r>
                        <a:rPr lang="en-US" sz="1000" b="1">
                          <a:solidFill>
                            <a:srgbClr val="1F1F1F"/>
                          </a:solidFill>
                          <a:effectLst/>
                          <a:latin typeface="Google Sans Text"/>
                        </a:rPr>
                        <a:t>WER (%)</a:t>
                      </a:r>
                      <a:endParaRPr lang="en-US" sz="1000">
                        <a:solidFill>
                          <a:srgbClr val="1F1F1F"/>
                        </a:solidFill>
                        <a:effectLst/>
                        <a:latin typeface="Google Sans Text"/>
                      </a:endParaRPr>
                    </a:p>
                  </a:txBody>
                  <a:tcPr marL="114300" marR="114300" marT="76200" marB="76200" anchor="ctr"/>
                </a:tc>
                <a:extLst>
                  <a:ext uri="{0D108BD9-81ED-4DB2-BD59-A6C34878D82A}">
                    <a16:rowId xmlns:a16="http://schemas.microsoft.com/office/drawing/2014/main" val="3503093592"/>
                  </a:ext>
                </a:extLst>
              </a:tr>
              <a:tr h="360460">
                <a:tc>
                  <a:txBody>
                    <a:bodyPr/>
                    <a:lstStyle/>
                    <a:p>
                      <a:pPr rtl="0">
                        <a:buNone/>
                      </a:pPr>
                      <a:r>
                        <a:rPr lang="it-IT" sz="1000" b="1">
                          <a:solidFill>
                            <a:srgbClr val="1F1F1F"/>
                          </a:solidFill>
                          <a:effectLst/>
                          <a:latin typeface="Google Sans Text"/>
                        </a:rPr>
                        <a:t>Spatio-Temporal</a:t>
                      </a:r>
                      <a:r>
                        <a:rPr lang="it-IT" sz="1000">
                          <a:solidFill>
                            <a:srgbClr val="1F1F1F"/>
                          </a:solidFill>
                          <a:effectLst/>
                          <a:latin typeface="Google Sans Text"/>
                        </a:rPr>
                        <a:t> Aditya et al (2022) </a:t>
                      </a:r>
                    </a:p>
                  </a:txBody>
                  <a:tcPr marL="114300" marR="114300" marT="76200" marB="76200" anchor="ctr"/>
                </a:tc>
                <a:tc>
                  <a:txBody>
                    <a:bodyPr/>
                    <a:lstStyle/>
                    <a:p>
                      <a:pPr rtl="0">
                        <a:buNone/>
                      </a:pPr>
                      <a:r>
                        <a:rPr lang="en-US" sz="1000">
                          <a:solidFill>
                            <a:srgbClr val="1F1F1F"/>
                          </a:solidFill>
                          <a:effectLst/>
                          <a:latin typeface="Google Sans Text"/>
                        </a:rPr>
                        <a:t>PHOENIX 2014</a:t>
                      </a:r>
                    </a:p>
                  </a:txBody>
                  <a:tcPr marL="114300" marR="114300" marT="76200" marB="76200" anchor="ctr"/>
                </a:tc>
                <a:tc>
                  <a:txBody>
                    <a:bodyPr/>
                    <a:lstStyle/>
                    <a:p>
                      <a:pPr rtl="0">
                        <a:buNone/>
                      </a:pPr>
                      <a:r>
                        <a:rPr lang="en-US" sz="1000">
                          <a:solidFill>
                            <a:srgbClr val="1F1F1F"/>
                          </a:solidFill>
                          <a:effectLst/>
                          <a:latin typeface="Google Sans Text"/>
                        </a:rPr>
                        <a:t>21.5</a:t>
                      </a:r>
                    </a:p>
                  </a:txBody>
                  <a:tcPr marL="114300" marR="114300" marT="76200" marB="76200" anchor="ctr"/>
                </a:tc>
                <a:extLst>
                  <a:ext uri="{0D108BD9-81ED-4DB2-BD59-A6C34878D82A}">
                    <a16:rowId xmlns:a16="http://schemas.microsoft.com/office/drawing/2014/main" val="2760569930"/>
                  </a:ext>
                </a:extLst>
              </a:tr>
              <a:tr h="360460">
                <a:tc>
                  <a:txBody>
                    <a:bodyPr/>
                    <a:lstStyle/>
                    <a:p>
                      <a:pPr rtl="0">
                        <a:buNone/>
                      </a:pPr>
                      <a:r>
                        <a:rPr lang="da-DK" sz="1000" b="1">
                          <a:solidFill>
                            <a:srgbClr val="1F1F1F"/>
                          </a:solidFill>
                          <a:effectLst/>
                          <a:latin typeface="Google Sans Text"/>
                        </a:rPr>
                        <a:t>PMTSN</a:t>
                      </a:r>
                      <a:r>
                        <a:rPr lang="da-DK" sz="1000">
                          <a:solidFill>
                            <a:srgbClr val="1F1F1F"/>
                          </a:solidFill>
                          <a:effectLst/>
                          <a:latin typeface="Google Sans Text"/>
                        </a:rPr>
                        <a:t> Chen et al (2022) </a:t>
                      </a:r>
                    </a:p>
                  </a:txBody>
                  <a:tcPr marL="114300" marR="114300" marT="76200" marB="76200" anchor="ctr"/>
                </a:tc>
                <a:tc>
                  <a:txBody>
                    <a:bodyPr/>
                    <a:lstStyle/>
                    <a:p>
                      <a:pPr rtl="0">
                        <a:buNone/>
                      </a:pPr>
                      <a:r>
                        <a:rPr lang="en-US" sz="1000">
                          <a:solidFill>
                            <a:srgbClr val="1F1F1F"/>
                          </a:solidFill>
                          <a:effectLst/>
                          <a:latin typeface="Google Sans Text"/>
                        </a:rPr>
                        <a:t>PHOENIX 2014</a:t>
                      </a:r>
                    </a:p>
                  </a:txBody>
                  <a:tcPr marL="114300" marR="114300" marT="76200" marB="76200" anchor="ctr"/>
                </a:tc>
                <a:tc>
                  <a:txBody>
                    <a:bodyPr/>
                    <a:lstStyle/>
                    <a:p>
                      <a:pPr rtl="0">
                        <a:buNone/>
                      </a:pPr>
                      <a:r>
                        <a:rPr lang="en-US" sz="1000">
                          <a:solidFill>
                            <a:srgbClr val="1F1F1F"/>
                          </a:solidFill>
                          <a:effectLst/>
                          <a:latin typeface="Google Sans Text"/>
                        </a:rPr>
                        <a:t>21.2</a:t>
                      </a:r>
                    </a:p>
                  </a:txBody>
                  <a:tcPr marL="114300" marR="114300" marT="76200" marB="76200" anchor="ctr"/>
                </a:tc>
                <a:extLst>
                  <a:ext uri="{0D108BD9-81ED-4DB2-BD59-A6C34878D82A}">
                    <a16:rowId xmlns:a16="http://schemas.microsoft.com/office/drawing/2014/main" val="4282180878"/>
                  </a:ext>
                </a:extLst>
              </a:tr>
              <a:tr h="360460">
                <a:tc>
                  <a:txBody>
                    <a:bodyPr/>
                    <a:lstStyle/>
                    <a:p>
                      <a:pPr rtl="0">
                        <a:buNone/>
                      </a:pPr>
                      <a:r>
                        <a:rPr lang="en-US" sz="1000" b="1">
                          <a:solidFill>
                            <a:srgbClr val="1F1F1F"/>
                          </a:solidFill>
                          <a:effectLst/>
                          <a:latin typeface="Google Sans Text"/>
                        </a:rPr>
                        <a:t>S.E.</a:t>
                      </a:r>
                      <a:r>
                        <a:rPr lang="en-US" sz="1000">
                          <a:solidFill>
                            <a:srgbClr val="1F1F1F"/>
                          </a:solidFill>
                          <a:effectLst/>
                          <a:latin typeface="Google Sans Text"/>
                        </a:rPr>
                        <a:t> Zhu et al (2023) </a:t>
                      </a:r>
                    </a:p>
                  </a:txBody>
                  <a:tcPr marL="114300" marR="114300" marT="76200" marB="76200" anchor="ctr"/>
                </a:tc>
                <a:tc>
                  <a:txBody>
                    <a:bodyPr/>
                    <a:lstStyle/>
                    <a:p>
                      <a:pPr rtl="0">
                        <a:buNone/>
                      </a:pPr>
                      <a:r>
                        <a:rPr lang="en-US" sz="1000">
                          <a:solidFill>
                            <a:srgbClr val="1F1F1F"/>
                          </a:solidFill>
                          <a:effectLst/>
                          <a:latin typeface="Google Sans Text"/>
                        </a:rPr>
                        <a:t>PHOENIX 2014</a:t>
                      </a:r>
                    </a:p>
                  </a:txBody>
                  <a:tcPr marL="114300" marR="114300" marT="76200" marB="76200" anchor="ctr"/>
                </a:tc>
                <a:tc>
                  <a:txBody>
                    <a:bodyPr/>
                    <a:lstStyle/>
                    <a:p>
                      <a:pPr rtl="0">
                        <a:buNone/>
                      </a:pPr>
                      <a:r>
                        <a:rPr lang="en-US" sz="1000">
                          <a:solidFill>
                            <a:srgbClr val="1F1F1F"/>
                          </a:solidFill>
                          <a:effectLst/>
                          <a:latin typeface="Google Sans Text"/>
                        </a:rPr>
                        <a:t>20.9</a:t>
                      </a:r>
                    </a:p>
                  </a:txBody>
                  <a:tcPr marL="114300" marR="114300" marT="76200" marB="76200" anchor="ctr"/>
                </a:tc>
                <a:extLst>
                  <a:ext uri="{0D108BD9-81ED-4DB2-BD59-A6C34878D82A}">
                    <a16:rowId xmlns:a16="http://schemas.microsoft.com/office/drawing/2014/main" val="1785832174"/>
                  </a:ext>
                </a:extLst>
              </a:tr>
              <a:tr h="360460">
                <a:tc>
                  <a:txBody>
                    <a:bodyPr/>
                    <a:lstStyle/>
                    <a:p>
                      <a:pPr rtl="0">
                        <a:buNone/>
                      </a:pPr>
                      <a:r>
                        <a:rPr lang="da-DK" sz="1000" b="1" dirty="0">
                          <a:solidFill>
                            <a:srgbClr val="1F1F1F"/>
                          </a:solidFill>
                          <a:effectLst/>
                          <a:latin typeface="Google Sans Text"/>
                        </a:rPr>
                        <a:t>C</a:t>
                      </a:r>
                      <a:r>
                        <a:rPr lang="da-DK" sz="1000" b="1" baseline="30000" dirty="0">
                          <a:solidFill>
                            <a:srgbClr val="1F1F1F"/>
                          </a:solidFill>
                          <a:effectLst/>
                          <a:latin typeface="Google Sans Text"/>
                        </a:rPr>
                        <a:t>2</a:t>
                      </a:r>
                      <a:r>
                        <a:rPr lang="da-DK" sz="1000" b="1" dirty="0">
                          <a:solidFill>
                            <a:srgbClr val="1F1F1F"/>
                          </a:solidFill>
                          <a:effectLst/>
                          <a:latin typeface="Google Sans Text"/>
                        </a:rPr>
                        <a:t>SLR</a:t>
                      </a:r>
                      <a:r>
                        <a:rPr lang="da-DK" sz="1000" dirty="0">
                          <a:solidFill>
                            <a:srgbClr val="1F1F1F"/>
                          </a:solidFill>
                          <a:effectLst/>
                          <a:latin typeface="Google Sans Text"/>
                        </a:rPr>
                        <a:t> Zuo et al (2022) </a:t>
                      </a:r>
                    </a:p>
                  </a:txBody>
                  <a:tcPr marL="114300" marR="114300" marT="76200" marB="76200" anchor="ctr"/>
                </a:tc>
                <a:tc>
                  <a:txBody>
                    <a:bodyPr/>
                    <a:lstStyle/>
                    <a:p>
                      <a:pPr rtl="0">
                        <a:buNone/>
                      </a:pPr>
                      <a:r>
                        <a:rPr lang="en-US" sz="1000">
                          <a:solidFill>
                            <a:srgbClr val="1F1F1F"/>
                          </a:solidFill>
                          <a:effectLst/>
                          <a:latin typeface="Google Sans Text"/>
                        </a:rPr>
                        <a:t>PHOENIX 2014T</a:t>
                      </a:r>
                    </a:p>
                  </a:txBody>
                  <a:tcPr marL="114300" marR="114300" marT="76200" marB="76200" anchor="ctr"/>
                </a:tc>
                <a:tc>
                  <a:txBody>
                    <a:bodyPr/>
                    <a:lstStyle/>
                    <a:p>
                      <a:pPr rtl="0">
                        <a:buNone/>
                      </a:pPr>
                      <a:r>
                        <a:rPr lang="en-US" sz="1000">
                          <a:solidFill>
                            <a:srgbClr val="1F1F1F"/>
                          </a:solidFill>
                          <a:effectLst/>
                          <a:latin typeface="Google Sans Text"/>
                        </a:rPr>
                        <a:t>20.4</a:t>
                      </a:r>
                    </a:p>
                  </a:txBody>
                  <a:tcPr marL="114300" marR="114300" marT="76200" marB="76200" anchor="ctr"/>
                </a:tc>
                <a:extLst>
                  <a:ext uri="{0D108BD9-81ED-4DB2-BD59-A6C34878D82A}">
                    <a16:rowId xmlns:a16="http://schemas.microsoft.com/office/drawing/2014/main" val="114477132"/>
                  </a:ext>
                </a:extLst>
              </a:tr>
              <a:tr h="360460">
                <a:tc>
                  <a:txBody>
                    <a:bodyPr/>
                    <a:lstStyle/>
                    <a:p>
                      <a:pPr rtl="0">
                        <a:buNone/>
                      </a:pPr>
                      <a:r>
                        <a:rPr lang="fi-FI" sz="1000" b="1">
                          <a:solidFill>
                            <a:srgbClr val="1F1F1F"/>
                          </a:solidFill>
                          <a:effectLst/>
                          <a:latin typeface="Google Sans Text"/>
                        </a:rPr>
                        <a:t>SEN</a:t>
                      </a:r>
                      <a:r>
                        <a:rPr lang="fi-FI" sz="1000">
                          <a:solidFill>
                            <a:srgbClr val="1F1F1F"/>
                          </a:solidFill>
                          <a:effectLst/>
                          <a:latin typeface="Google Sans Text"/>
                        </a:rPr>
                        <a:t> Hu et al (2023) </a:t>
                      </a:r>
                    </a:p>
                  </a:txBody>
                  <a:tcPr marL="114300" marR="114300" marT="76200" marB="76200" anchor="ctr"/>
                </a:tc>
                <a:tc>
                  <a:txBody>
                    <a:bodyPr/>
                    <a:lstStyle/>
                    <a:p>
                      <a:pPr rtl="0">
                        <a:buNone/>
                      </a:pPr>
                      <a:r>
                        <a:rPr lang="en-US" sz="1000">
                          <a:solidFill>
                            <a:srgbClr val="1F1F1F"/>
                          </a:solidFill>
                          <a:effectLst/>
                          <a:latin typeface="Google Sans Text"/>
                        </a:rPr>
                        <a:t>PHOENIX 2014T</a:t>
                      </a:r>
                    </a:p>
                  </a:txBody>
                  <a:tcPr marL="114300" marR="114300" marT="76200" marB="76200" anchor="ctr"/>
                </a:tc>
                <a:tc>
                  <a:txBody>
                    <a:bodyPr/>
                    <a:lstStyle/>
                    <a:p>
                      <a:pPr rtl="0">
                        <a:buNone/>
                      </a:pPr>
                      <a:r>
                        <a:rPr lang="en-US" sz="1000">
                          <a:solidFill>
                            <a:srgbClr val="1F1F1F"/>
                          </a:solidFill>
                          <a:effectLst/>
                          <a:latin typeface="Google Sans Text"/>
                        </a:rPr>
                        <a:t>21.0</a:t>
                      </a:r>
                    </a:p>
                  </a:txBody>
                  <a:tcPr marL="114300" marR="114300" marT="76200" marB="76200" anchor="ctr"/>
                </a:tc>
                <a:extLst>
                  <a:ext uri="{0D108BD9-81ED-4DB2-BD59-A6C34878D82A}">
                    <a16:rowId xmlns:a16="http://schemas.microsoft.com/office/drawing/2014/main" val="3314778499"/>
                  </a:ext>
                </a:extLst>
              </a:tr>
              <a:tr h="360460">
                <a:tc>
                  <a:txBody>
                    <a:bodyPr/>
                    <a:lstStyle/>
                    <a:p>
                      <a:pPr rtl="0">
                        <a:buNone/>
                      </a:pPr>
                      <a:r>
                        <a:rPr lang="en-US" sz="1000" b="1">
                          <a:solidFill>
                            <a:srgbClr val="1F1F1F"/>
                          </a:solidFill>
                          <a:effectLst/>
                          <a:latin typeface="Google Sans Text"/>
                        </a:rPr>
                        <a:t>Consistency</a:t>
                      </a:r>
                      <a:r>
                        <a:rPr lang="en-US" sz="1000">
                          <a:solidFill>
                            <a:srgbClr val="1F1F1F"/>
                          </a:solidFill>
                          <a:effectLst/>
                          <a:latin typeface="Google Sans Text"/>
                        </a:rPr>
                        <a:t> Zuo et al (2024) </a:t>
                      </a:r>
                    </a:p>
                  </a:txBody>
                  <a:tcPr marL="114300" marR="114300" marT="76200" marB="76200" anchor="ctr"/>
                </a:tc>
                <a:tc>
                  <a:txBody>
                    <a:bodyPr/>
                    <a:lstStyle/>
                    <a:p>
                      <a:pPr rtl="0">
                        <a:buNone/>
                      </a:pPr>
                      <a:r>
                        <a:rPr lang="en-US" sz="1000">
                          <a:solidFill>
                            <a:srgbClr val="1F1F1F"/>
                          </a:solidFill>
                          <a:effectLst/>
                          <a:latin typeface="Google Sans Text"/>
                        </a:rPr>
                        <a:t>PHOENIX 2014T</a:t>
                      </a:r>
                    </a:p>
                  </a:txBody>
                  <a:tcPr marL="114300" marR="114300" marT="76200" marB="76200" anchor="ctr"/>
                </a:tc>
                <a:tc>
                  <a:txBody>
                    <a:bodyPr/>
                    <a:lstStyle/>
                    <a:p>
                      <a:pPr rtl="0">
                        <a:buNone/>
                      </a:pPr>
                      <a:r>
                        <a:rPr lang="en-US" sz="1000">
                          <a:solidFill>
                            <a:srgbClr val="1F1F1F"/>
                          </a:solidFill>
                          <a:effectLst/>
                          <a:latin typeface="Google Sans Text"/>
                        </a:rPr>
                        <a:t>20.4</a:t>
                      </a:r>
                    </a:p>
                  </a:txBody>
                  <a:tcPr marL="114300" marR="114300" marT="76200" marB="76200" anchor="ctr"/>
                </a:tc>
                <a:extLst>
                  <a:ext uri="{0D108BD9-81ED-4DB2-BD59-A6C34878D82A}">
                    <a16:rowId xmlns:a16="http://schemas.microsoft.com/office/drawing/2014/main" val="3030509550"/>
                  </a:ext>
                </a:extLst>
              </a:tr>
              <a:tr h="360460">
                <a:tc>
                  <a:txBody>
                    <a:bodyPr/>
                    <a:lstStyle/>
                    <a:p>
                      <a:pPr rtl="0">
                        <a:buNone/>
                      </a:pPr>
                      <a:r>
                        <a:rPr lang="da-DK" sz="1000" b="1">
                          <a:solidFill>
                            <a:srgbClr val="1F1F1F"/>
                          </a:solidFill>
                          <a:effectLst/>
                          <a:latin typeface="Google Sans Text"/>
                        </a:rPr>
                        <a:t>SignGraph</a:t>
                      </a:r>
                      <a:r>
                        <a:rPr lang="da-DK" sz="1000">
                          <a:solidFill>
                            <a:srgbClr val="1F1F1F"/>
                          </a:solidFill>
                          <a:effectLst/>
                          <a:latin typeface="Google Sans Text"/>
                        </a:rPr>
                        <a:t> Gan et al (2024) </a:t>
                      </a:r>
                    </a:p>
                  </a:txBody>
                  <a:tcPr marL="114300" marR="114300" marT="76200" marB="76200" anchor="ctr"/>
                </a:tc>
                <a:tc>
                  <a:txBody>
                    <a:bodyPr/>
                    <a:lstStyle/>
                    <a:p>
                      <a:pPr rtl="0">
                        <a:buNone/>
                      </a:pPr>
                      <a:r>
                        <a:rPr lang="en-US" sz="1000">
                          <a:solidFill>
                            <a:srgbClr val="1F1F1F"/>
                          </a:solidFill>
                          <a:effectLst/>
                          <a:latin typeface="Google Sans Text"/>
                        </a:rPr>
                        <a:t>PHOENIX 2014T</a:t>
                      </a:r>
                    </a:p>
                  </a:txBody>
                  <a:tcPr marL="114300" marR="114300" marT="76200" marB="76200" anchor="ctr"/>
                </a:tc>
                <a:tc>
                  <a:txBody>
                    <a:bodyPr/>
                    <a:lstStyle/>
                    <a:p>
                      <a:pPr rtl="0">
                        <a:buNone/>
                      </a:pPr>
                      <a:r>
                        <a:rPr lang="en-US" sz="1000">
                          <a:solidFill>
                            <a:srgbClr val="1F1F1F"/>
                          </a:solidFill>
                          <a:effectLst/>
                          <a:latin typeface="Google Sans Text"/>
                        </a:rPr>
                        <a:t>20.1</a:t>
                      </a:r>
                    </a:p>
                  </a:txBody>
                  <a:tcPr marL="114300" marR="114300" marT="76200" marB="76200" anchor="ctr"/>
                </a:tc>
                <a:extLst>
                  <a:ext uri="{0D108BD9-81ED-4DB2-BD59-A6C34878D82A}">
                    <a16:rowId xmlns:a16="http://schemas.microsoft.com/office/drawing/2014/main" val="2265046416"/>
                  </a:ext>
                </a:extLst>
              </a:tr>
              <a:tr h="360460">
                <a:tc>
                  <a:txBody>
                    <a:bodyPr/>
                    <a:lstStyle/>
                    <a:p>
                      <a:pPr rtl="0">
                        <a:buNone/>
                      </a:pPr>
                      <a:r>
                        <a:rPr lang="en-US" sz="1000" b="1">
                          <a:solidFill>
                            <a:srgbClr val="1F1F1F"/>
                          </a:solidFill>
                          <a:effectLst/>
                          <a:latin typeface="Google Sans Text"/>
                        </a:rPr>
                        <a:t>SlowFast</a:t>
                      </a:r>
                      <a:r>
                        <a:rPr lang="en-US" sz="1000">
                          <a:solidFill>
                            <a:srgbClr val="1F1F1F"/>
                          </a:solidFill>
                          <a:effectLst/>
                          <a:latin typeface="Google Sans Text"/>
                        </a:rPr>
                        <a:t> Ahn et al (2024) </a:t>
                      </a:r>
                    </a:p>
                  </a:txBody>
                  <a:tcPr marL="114300" marR="114300" marT="76200" marB="76200" anchor="ctr"/>
                </a:tc>
                <a:tc>
                  <a:txBody>
                    <a:bodyPr/>
                    <a:lstStyle/>
                    <a:p>
                      <a:pPr rtl="0">
                        <a:buNone/>
                      </a:pPr>
                      <a:r>
                        <a:rPr lang="en-US" sz="1000">
                          <a:solidFill>
                            <a:srgbClr val="1F1F1F"/>
                          </a:solidFill>
                          <a:effectLst/>
                          <a:latin typeface="Google Sans Text"/>
                        </a:rPr>
                        <a:t>PHOENIX 2014T</a:t>
                      </a:r>
                    </a:p>
                  </a:txBody>
                  <a:tcPr marL="114300" marR="114300" marT="76200" marB="76200" anchor="ctr"/>
                </a:tc>
                <a:tc>
                  <a:txBody>
                    <a:bodyPr/>
                    <a:lstStyle/>
                    <a:p>
                      <a:pPr rtl="0">
                        <a:buNone/>
                      </a:pPr>
                      <a:r>
                        <a:rPr lang="en-US" sz="1000">
                          <a:solidFill>
                            <a:srgbClr val="1F1F1F"/>
                          </a:solidFill>
                          <a:effectLst/>
                          <a:latin typeface="Google Sans Text"/>
                        </a:rPr>
                        <a:t>18.3</a:t>
                      </a:r>
                    </a:p>
                  </a:txBody>
                  <a:tcPr marL="114300" marR="114300" marT="76200" marB="76200" anchor="ctr"/>
                </a:tc>
                <a:extLst>
                  <a:ext uri="{0D108BD9-81ED-4DB2-BD59-A6C34878D82A}">
                    <a16:rowId xmlns:a16="http://schemas.microsoft.com/office/drawing/2014/main" val="3906730380"/>
                  </a:ext>
                </a:extLst>
              </a:tr>
              <a:tr h="592184">
                <a:tc>
                  <a:txBody>
                    <a:bodyPr/>
                    <a:lstStyle/>
                    <a:p>
                      <a:pPr rtl="0">
                        <a:buNone/>
                      </a:pPr>
                      <a:r>
                        <a:rPr lang="en-US" sz="1000" b="1" dirty="0">
                          <a:solidFill>
                            <a:srgbClr val="1F1F1F"/>
                          </a:solidFill>
                          <a:effectLst/>
                          <a:latin typeface="Google Sans Text"/>
                        </a:rPr>
                        <a:t>Baseline (Video + Keypoint)</a:t>
                      </a:r>
                      <a:endParaRPr lang="en-US" sz="1000" dirty="0">
                        <a:solidFill>
                          <a:srgbClr val="1F1F1F"/>
                        </a:solidFill>
                        <a:effectLst/>
                        <a:latin typeface="Google Sans Text"/>
                      </a:endParaRPr>
                    </a:p>
                  </a:txBody>
                  <a:tcPr marL="114300" marR="114300" marT="76200" marB="76200" anchor="ctr"/>
                </a:tc>
                <a:tc>
                  <a:txBody>
                    <a:bodyPr/>
                    <a:lstStyle/>
                    <a:p>
                      <a:pPr rtl="0">
                        <a:buNone/>
                      </a:pPr>
                      <a:r>
                        <a:rPr lang="en-US" sz="1000" b="1">
                          <a:solidFill>
                            <a:srgbClr val="1F1F1F"/>
                          </a:solidFill>
                          <a:effectLst/>
                          <a:latin typeface="Google Sans Text"/>
                        </a:rPr>
                        <a:t>PHOENIX 2014T</a:t>
                      </a:r>
                      <a:endParaRPr lang="en-US" sz="1000">
                        <a:solidFill>
                          <a:srgbClr val="1F1F1F"/>
                        </a:solidFill>
                        <a:effectLst/>
                        <a:latin typeface="Google Sans Text"/>
                      </a:endParaRPr>
                    </a:p>
                  </a:txBody>
                  <a:tcPr marL="114300" marR="114300" marT="76200" marB="76200" anchor="ctr"/>
                </a:tc>
                <a:tc>
                  <a:txBody>
                    <a:bodyPr/>
                    <a:lstStyle/>
                    <a:p>
                      <a:pPr rtl="0">
                        <a:buNone/>
                      </a:pPr>
                      <a:r>
                        <a:rPr lang="en-US" sz="1000" b="1">
                          <a:solidFill>
                            <a:srgbClr val="1F1F1F"/>
                          </a:solidFill>
                          <a:effectLst/>
                          <a:latin typeface="Google Sans Text"/>
                        </a:rPr>
                        <a:t>18.35</a:t>
                      </a:r>
                      <a:endParaRPr lang="en-US" sz="1000">
                        <a:solidFill>
                          <a:srgbClr val="1F1F1F"/>
                        </a:solidFill>
                        <a:effectLst/>
                        <a:latin typeface="Google Sans Text"/>
                      </a:endParaRPr>
                    </a:p>
                  </a:txBody>
                  <a:tcPr marL="114300" marR="114300" marT="76200" marB="76200" anchor="ctr"/>
                </a:tc>
                <a:extLst>
                  <a:ext uri="{0D108BD9-81ED-4DB2-BD59-A6C34878D82A}">
                    <a16:rowId xmlns:a16="http://schemas.microsoft.com/office/drawing/2014/main" val="3865795465"/>
                  </a:ext>
                </a:extLst>
              </a:tr>
              <a:tr h="361157">
                <a:tc>
                  <a:txBody>
                    <a:bodyPr/>
                    <a:lstStyle/>
                    <a:p>
                      <a:pPr rtl="0">
                        <a:buNone/>
                      </a:pPr>
                      <a:r>
                        <a:rPr lang="en-US" sz="1000" b="1" dirty="0">
                          <a:solidFill>
                            <a:srgbClr val="1F1F1F"/>
                          </a:solidFill>
                          <a:effectLst/>
                          <a:latin typeface="Google Sans Text"/>
                        </a:rPr>
                        <a:t>+ Doppler Stream (Ours)</a:t>
                      </a:r>
                      <a:endParaRPr lang="en-US" sz="1000" dirty="0">
                        <a:solidFill>
                          <a:srgbClr val="1F1F1F"/>
                        </a:solidFill>
                        <a:effectLst/>
                        <a:latin typeface="Google Sans Text"/>
                      </a:endParaRPr>
                    </a:p>
                  </a:txBody>
                  <a:tcPr marL="114300" marR="114300" marT="76200" marB="76200" anchor="ctr"/>
                </a:tc>
                <a:tc>
                  <a:txBody>
                    <a:bodyPr/>
                    <a:lstStyle/>
                    <a:p>
                      <a:pPr rtl="0">
                        <a:buNone/>
                      </a:pPr>
                      <a:r>
                        <a:rPr lang="en-US" sz="1000" b="1">
                          <a:solidFill>
                            <a:srgbClr val="1F1F1F"/>
                          </a:solidFill>
                          <a:effectLst/>
                          <a:latin typeface="Google Sans Text"/>
                        </a:rPr>
                        <a:t>PHOENIX 2014T</a:t>
                      </a:r>
                      <a:endParaRPr lang="en-US" sz="1000">
                        <a:solidFill>
                          <a:srgbClr val="1F1F1F"/>
                        </a:solidFill>
                        <a:effectLst/>
                        <a:latin typeface="Google Sans Text"/>
                      </a:endParaRPr>
                    </a:p>
                  </a:txBody>
                  <a:tcPr marL="114300" marR="114300" marT="76200" marB="76200" anchor="ctr"/>
                </a:tc>
                <a:tc>
                  <a:txBody>
                    <a:bodyPr/>
                    <a:lstStyle/>
                    <a:p>
                      <a:pPr rtl="0">
                        <a:buNone/>
                      </a:pPr>
                      <a:r>
                        <a:rPr lang="en-US" sz="1000" b="1" dirty="0">
                          <a:solidFill>
                            <a:srgbClr val="1F1F1F"/>
                          </a:solidFill>
                          <a:effectLst/>
                          <a:latin typeface="Google Sans Text"/>
                        </a:rPr>
                        <a:t>18.05</a:t>
                      </a:r>
                      <a:endParaRPr lang="en-US" sz="1000" dirty="0">
                        <a:solidFill>
                          <a:srgbClr val="1F1F1F"/>
                        </a:solidFill>
                        <a:effectLst/>
                        <a:latin typeface="Google Sans Text"/>
                      </a:endParaRPr>
                    </a:p>
                  </a:txBody>
                  <a:tcPr marL="114300" marR="114300" marT="76200" marB="76200" anchor="ctr"/>
                </a:tc>
                <a:extLst>
                  <a:ext uri="{0D108BD9-81ED-4DB2-BD59-A6C34878D82A}">
                    <a16:rowId xmlns:a16="http://schemas.microsoft.com/office/drawing/2014/main" val="3816287351"/>
                  </a:ext>
                </a:extLst>
              </a:tr>
            </a:tbl>
          </a:graphicData>
        </a:graphic>
      </p:graphicFrame>
      <p:graphicFrame>
        <p:nvGraphicFramePr>
          <p:cNvPr id="18" name="Table 17">
            <a:extLst>
              <a:ext uri="{FF2B5EF4-FFF2-40B4-BE49-F238E27FC236}">
                <a16:creationId xmlns:a16="http://schemas.microsoft.com/office/drawing/2014/main" id="{CE64C998-07EE-4624-B0FC-D723C9A08979}"/>
              </a:ext>
            </a:extLst>
          </p:cNvPr>
          <p:cNvGraphicFramePr>
            <a:graphicFrameLocks noGrp="1"/>
          </p:cNvGraphicFramePr>
          <p:nvPr>
            <p:extLst>
              <p:ext uri="{D42A27DB-BD31-4B8C-83A1-F6EECF244321}">
                <p14:modId xmlns:p14="http://schemas.microsoft.com/office/powerpoint/2010/main" val="2790707850"/>
              </p:ext>
            </p:extLst>
          </p:nvPr>
        </p:nvGraphicFramePr>
        <p:xfrm>
          <a:off x="6731002" y="1262283"/>
          <a:ext cx="4851399" cy="4294220"/>
        </p:xfrm>
        <a:graphic>
          <a:graphicData uri="http://schemas.openxmlformats.org/drawingml/2006/table">
            <a:tbl>
              <a:tblPr firstRow="1" bandRow="1">
                <a:tableStyleId>{5C22544A-7EE6-4342-B048-85BDC9FD1C3A}</a:tableStyleId>
              </a:tblPr>
              <a:tblGrid>
                <a:gridCol w="2127248">
                  <a:extLst>
                    <a:ext uri="{9D8B030D-6E8A-4147-A177-3AD203B41FA5}">
                      <a16:colId xmlns:a16="http://schemas.microsoft.com/office/drawing/2014/main" val="460582774"/>
                    </a:ext>
                  </a:extLst>
                </a:gridCol>
                <a:gridCol w="1295400">
                  <a:extLst>
                    <a:ext uri="{9D8B030D-6E8A-4147-A177-3AD203B41FA5}">
                      <a16:colId xmlns:a16="http://schemas.microsoft.com/office/drawing/2014/main" val="1848848204"/>
                    </a:ext>
                  </a:extLst>
                </a:gridCol>
                <a:gridCol w="1428751">
                  <a:extLst>
                    <a:ext uri="{9D8B030D-6E8A-4147-A177-3AD203B41FA5}">
                      <a16:colId xmlns:a16="http://schemas.microsoft.com/office/drawing/2014/main" val="899430088"/>
                    </a:ext>
                  </a:extLst>
                </a:gridCol>
              </a:tblGrid>
              <a:tr h="338116">
                <a:tc>
                  <a:txBody>
                    <a:bodyPr/>
                    <a:lstStyle/>
                    <a:p>
                      <a:pPr rtl="0">
                        <a:buNone/>
                      </a:pPr>
                      <a:r>
                        <a:rPr lang="en-US" sz="1000" b="1">
                          <a:solidFill>
                            <a:srgbClr val="1F1F1F"/>
                          </a:solidFill>
                          <a:effectLst/>
                          <a:latin typeface="Google Sans Text"/>
                        </a:rPr>
                        <a:t>Method</a:t>
                      </a:r>
                      <a:endParaRPr lang="en-US" sz="1000">
                        <a:solidFill>
                          <a:srgbClr val="1F1F1F"/>
                        </a:solidFill>
                        <a:effectLst/>
                        <a:latin typeface="Google Sans Text"/>
                      </a:endParaRPr>
                    </a:p>
                  </a:txBody>
                  <a:tcPr marL="114300" marR="114300" marT="76200" marB="76200" anchor="ctr"/>
                </a:tc>
                <a:tc>
                  <a:txBody>
                    <a:bodyPr/>
                    <a:lstStyle/>
                    <a:p>
                      <a:pPr rtl="0">
                        <a:buNone/>
                      </a:pPr>
                      <a:r>
                        <a:rPr lang="en-US" sz="1000" b="1">
                          <a:solidFill>
                            <a:srgbClr val="1F1F1F"/>
                          </a:solidFill>
                          <a:effectLst/>
                          <a:latin typeface="Google Sans Text"/>
                        </a:rPr>
                        <a:t>Dataset</a:t>
                      </a:r>
                      <a:endParaRPr lang="en-US" sz="1000">
                        <a:solidFill>
                          <a:srgbClr val="1F1F1F"/>
                        </a:solidFill>
                        <a:effectLst/>
                        <a:latin typeface="Google Sans Text"/>
                      </a:endParaRPr>
                    </a:p>
                  </a:txBody>
                  <a:tcPr marL="114300" marR="114300" marT="76200" marB="76200" anchor="ctr"/>
                </a:tc>
                <a:tc>
                  <a:txBody>
                    <a:bodyPr/>
                    <a:lstStyle/>
                    <a:p>
                      <a:pPr rtl="0">
                        <a:buNone/>
                      </a:pPr>
                      <a:r>
                        <a:rPr lang="en-US" sz="1000" b="1">
                          <a:solidFill>
                            <a:srgbClr val="1F1F1F"/>
                          </a:solidFill>
                          <a:effectLst/>
                          <a:latin typeface="Google Sans Text"/>
                        </a:rPr>
                        <a:t>WER (%)</a:t>
                      </a:r>
                      <a:endParaRPr lang="en-US" sz="1000">
                        <a:solidFill>
                          <a:srgbClr val="1F1F1F"/>
                        </a:solidFill>
                        <a:effectLst/>
                        <a:latin typeface="Google Sans Text"/>
                      </a:endParaRPr>
                    </a:p>
                  </a:txBody>
                  <a:tcPr marL="114300" marR="114300" marT="76200" marB="76200" anchor="ctr"/>
                </a:tc>
                <a:extLst>
                  <a:ext uri="{0D108BD9-81ED-4DB2-BD59-A6C34878D82A}">
                    <a16:rowId xmlns:a16="http://schemas.microsoft.com/office/drawing/2014/main" val="2977028694"/>
                  </a:ext>
                </a:extLst>
              </a:tr>
              <a:tr h="450548">
                <a:tc>
                  <a:txBody>
                    <a:bodyPr/>
                    <a:lstStyle/>
                    <a:p>
                      <a:pPr rtl="0">
                        <a:buNone/>
                      </a:pPr>
                      <a:r>
                        <a:rPr lang="fr-FR" sz="1000" b="1">
                          <a:solidFill>
                            <a:srgbClr val="1F1F1F"/>
                          </a:solidFill>
                          <a:effectLst/>
                          <a:latin typeface="Google Sans Text"/>
                        </a:rPr>
                        <a:t>SubUNets</a:t>
                      </a:r>
                      <a:r>
                        <a:rPr lang="fr-FR" sz="1000">
                          <a:solidFill>
                            <a:srgbClr val="1F1F1F"/>
                          </a:solidFill>
                          <a:effectLst/>
                          <a:latin typeface="Google Sans Text"/>
                        </a:rPr>
                        <a:t> Cihan Camgoz et al (2017)</a:t>
                      </a:r>
                    </a:p>
                  </a:txBody>
                  <a:tcPr marL="114300" marR="114300" marT="76200" marB="76200" anchor="ctr"/>
                </a:tc>
                <a:tc>
                  <a:txBody>
                    <a:bodyPr/>
                    <a:lstStyle/>
                    <a:p>
                      <a:pPr rtl="0">
                        <a:buNone/>
                      </a:pPr>
                      <a:r>
                        <a:rPr lang="en-US" sz="1000">
                          <a:solidFill>
                            <a:srgbClr val="1F1F1F"/>
                          </a:solidFill>
                          <a:effectLst/>
                          <a:latin typeface="Google Sans Text"/>
                        </a:rPr>
                        <a:t>CSL-Daily</a:t>
                      </a:r>
                    </a:p>
                  </a:txBody>
                  <a:tcPr marL="114300" marR="114300" marT="76200" marB="76200" anchor="ctr"/>
                </a:tc>
                <a:tc>
                  <a:txBody>
                    <a:bodyPr/>
                    <a:lstStyle/>
                    <a:p>
                      <a:pPr rtl="0">
                        <a:buNone/>
                      </a:pPr>
                      <a:r>
                        <a:rPr lang="en-US" sz="1000">
                          <a:solidFill>
                            <a:srgbClr val="1F1F1F"/>
                          </a:solidFill>
                          <a:effectLst/>
                          <a:latin typeface="Google Sans Text"/>
                        </a:rPr>
                        <a:t>41.0</a:t>
                      </a:r>
                    </a:p>
                  </a:txBody>
                  <a:tcPr marL="114300" marR="114300" marT="76200" marB="76200" anchor="ctr"/>
                </a:tc>
                <a:extLst>
                  <a:ext uri="{0D108BD9-81ED-4DB2-BD59-A6C34878D82A}">
                    <a16:rowId xmlns:a16="http://schemas.microsoft.com/office/drawing/2014/main" val="4209847022"/>
                  </a:ext>
                </a:extLst>
              </a:tr>
              <a:tr h="338116">
                <a:tc>
                  <a:txBody>
                    <a:bodyPr/>
                    <a:lstStyle/>
                    <a:p>
                      <a:pPr rtl="0">
                        <a:buNone/>
                      </a:pPr>
                      <a:r>
                        <a:rPr lang="en-US" sz="1000" b="1">
                          <a:solidFill>
                            <a:srgbClr val="1F1F1F"/>
                          </a:solidFill>
                          <a:effectLst/>
                          <a:latin typeface="Google Sans Text"/>
                        </a:rPr>
                        <a:t>FCN</a:t>
                      </a:r>
                      <a:r>
                        <a:rPr lang="en-US" sz="1000">
                          <a:solidFill>
                            <a:srgbClr val="1F1F1F"/>
                          </a:solidFill>
                          <a:effectLst/>
                          <a:latin typeface="Google Sans Text"/>
                        </a:rPr>
                        <a:t> Cheng et al (2020)</a:t>
                      </a:r>
                    </a:p>
                  </a:txBody>
                  <a:tcPr marL="114300" marR="114300" marT="76200" marB="76200" anchor="ctr"/>
                </a:tc>
                <a:tc>
                  <a:txBody>
                    <a:bodyPr/>
                    <a:lstStyle/>
                    <a:p>
                      <a:pPr rtl="0">
                        <a:buNone/>
                      </a:pPr>
                      <a:r>
                        <a:rPr lang="en-US" sz="1000">
                          <a:solidFill>
                            <a:srgbClr val="1F1F1F"/>
                          </a:solidFill>
                          <a:effectLst/>
                          <a:latin typeface="Google Sans Text"/>
                        </a:rPr>
                        <a:t>CSL-Daily</a:t>
                      </a:r>
                    </a:p>
                  </a:txBody>
                  <a:tcPr marL="114300" marR="114300" marT="76200" marB="76200" anchor="ctr"/>
                </a:tc>
                <a:tc>
                  <a:txBody>
                    <a:bodyPr/>
                    <a:lstStyle/>
                    <a:p>
                      <a:pPr rtl="0">
                        <a:buNone/>
                      </a:pPr>
                      <a:r>
                        <a:rPr lang="en-US" sz="1000">
                          <a:solidFill>
                            <a:srgbClr val="1F1F1F"/>
                          </a:solidFill>
                          <a:effectLst/>
                          <a:latin typeface="Google Sans Text"/>
                        </a:rPr>
                        <a:t>33.5</a:t>
                      </a:r>
                    </a:p>
                  </a:txBody>
                  <a:tcPr marL="114300" marR="114300" marT="76200" marB="76200" anchor="ctr"/>
                </a:tc>
                <a:extLst>
                  <a:ext uri="{0D108BD9-81ED-4DB2-BD59-A6C34878D82A}">
                    <a16:rowId xmlns:a16="http://schemas.microsoft.com/office/drawing/2014/main" val="3522757349"/>
                  </a:ext>
                </a:extLst>
              </a:tr>
              <a:tr h="450548">
                <a:tc>
                  <a:txBody>
                    <a:bodyPr/>
                    <a:lstStyle/>
                    <a:p>
                      <a:pPr rtl="0">
                        <a:buNone/>
                      </a:pPr>
                      <a:r>
                        <a:rPr lang="fr-FR" sz="1000" b="1" dirty="0">
                          <a:solidFill>
                            <a:srgbClr val="1F1F1F"/>
                          </a:solidFill>
                          <a:effectLst/>
                          <a:latin typeface="Google Sans Text"/>
                        </a:rPr>
                        <a:t>Joint-SLRT</a:t>
                      </a:r>
                      <a:r>
                        <a:rPr lang="fr-FR" sz="1000" dirty="0">
                          <a:solidFill>
                            <a:srgbClr val="1F1F1F"/>
                          </a:solidFill>
                          <a:effectLst/>
                          <a:latin typeface="Google Sans Text"/>
                        </a:rPr>
                        <a:t> </a:t>
                      </a:r>
                      <a:r>
                        <a:rPr lang="fr-FR" sz="1000" dirty="0" err="1">
                          <a:solidFill>
                            <a:srgbClr val="1F1F1F"/>
                          </a:solidFill>
                          <a:effectLst/>
                          <a:latin typeface="Google Sans Text"/>
                        </a:rPr>
                        <a:t>Camgoz</a:t>
                      </a:r>
                      <a:r>
                        <a:rPr lang="fr-FR" sz="1000" dirty="0">
                          <a:solidFill>
                            <a:srgbClr val="1F1F1F"/>
                          </a:solidFill>
                          <a:effectLst/>
                          <a:latin typeface="Google Sans Text"/>
                        </a:rPr>
                        <a:t> et al (2020)</a:t>
                      </a:r>
                    </a:p>
                  </a:txBody>
                  <a:tcPr marL="114300" marR="114300" marT="76200" marB="76200" anchor="ctr"/>
                </a:tc>
                <a:tc>
                  <a:txBody>
                    <a:bodyPr/>
                    <a:lstStyle/>
                    <a:p>
                      <a:pPr rtl="0">
                        <a:buNone/>
                      </a:pPr>
                      <a:r>
                        <a:rPr lang="en-US" sz="1000">
                          <a:solidFill>
                            <a:srgbClr val="1F1F1F"/>
                          </a:solidFill>
                          <a:effectLst/>
                          <a:latin typeface="Google Sans Text"/>
                        </a:rPr>
                        <a:t>CSL-Daily</a:t>
                      </a:r>
                    </a:p>
                  </a:txBody>
                  <a:tcPr marL="114300" marR="114300" marT="76200" marB="76200" anchor="ctr"/>
                </a:tc>
                <a:tc>
                  <a:txBody>
                    <a:bodyPr/>
                    <a:lstStyle/>
                    <a:p>
                      <a:pPr rtl="0">
                        <a:buNone/>
                      </a:pPr>
                      <a:r>
                        <a:rPr lang="en-US" sz="1000">
                          <a:solidFill>
                            <a:srgbClr val="1F1F1F"/>
                          </a:solidFill>
                          <a:effectLst/>
                          <a:latin typeface="Google Sans Text"/>
                        </a:rPr>
                        <a:t>32.0</a:t>
                      </a:r>
                    </a:p>
                  </a:txBody>
                  <a:tcPr marL="114300" marR="114300" marT="76200" marB="76200" anchor="ctr"/>
                </a:tc>
                <a:extLst>
                  <a:ext uri="{0D108BD9-81ED-4DB2-BD59-A6C34878D82A}">
                    <a16:rowId xmlns:a16="http://schemas.microsoft.com/office/drawing/2014/main" val="1404039938"/>
                  </a:ext>
                </a:extLst>
              </a:tr>
              <a:tr h="338116">
                <a:tc>
                  <a:txBody>
                    <a:bodyPr/>
                    <a:lstStyle/>
                    <a:p>
                      <a:pPr rtl="0">
                        <a:buNone/>
                      </a:pPr>
                      <a:r>
                        <a:rPr lang="en-US" sz="1000" b="1" dirty="0" err="1">
                          <a:solidFill>
                            <a:srgbClr val="1F1F1F"/>
                          </a:solidFill>
                          <a:effectLst/>
                          <a:latin typeface="Google Sans Text"/>
                        </a:rPr>
                        <a:t>SignBT</a:t>
                      </a:r>
                      <a:r>
                        <a:rPr lang="en-US" sz="1000" dirty="0">
                          <a:solidFill>
                            <a:srgbClr val="1F1F1F"/>
                          </a:solidFill>
                          <a:effectLst/>
                          <a:latin typeface="Google Sans Text"/>
                        </a:rPr>
                        <a:t> Zhou et al (2021)</a:t>
                      </a:r>
                    </a:p>
                  </a:txBody>
                  <a:tcPr marL="114300" marR="114300" marT="76200" marB="76200" anchor="ctr"/>
                </a:tc>
                <a:tc>
                  <a:txBody>
                    <a:bodyPr/>
                    <a:lstStyle/>
                    <a:p>
                      <a:pPr rtl="0">
                        <a:buNone/>
                      </a:pPr>
                      <a:r>
                        <a:rPr lang="en-US" sz="1000">
                          <a:solidFill>
                            <a:srgbClr val="1F1F1F"/>
                          </a:solidFill>
                          <a:effectLst/>
                          <a:latin typeface="Google Sans Text"/>
                        </a:rPr>
                        <a:t>CSL-Daily</a:t>
                      </a:r>
                    </a:p>
                  </a:txBody>
                  <a:tcPr marL="114300" marR="114300" marT="76200" marB="76200" anchor="ctr"/>
                </a:tc>
                <a:tc>
                  <a:txBody>
                    <a:bodyPr/>
                    <a:lstStyle/>
                    <a:p>
                      <a:pPr rtl="0">
                        <a:buNone/>
                      </a:pPr>
                      <a:r>
                        <a:rPr lang="en-US" sz="1000">
                          <a:solidFill>
                            <a:srgbClr val="1F1F1F"/>
                          </a:solidFill>
                          <a:effectLst/>
                          <a:latin typeface="Google Sans Text"/>
                        </a:rPr>
                        <a:t>33.2</a:t>
                      </a:r>
                    </a:p>
                  </a:txBody>
                  <a:tcPr marL="114300" marR="114300" marT="76200" marB="76200" anchor="ctr"/>
                </a:tc>
                <a:extLst>
                  <a:ext uri="{0D108BD9-81ED-4DB2-BD59-A6C34878D82A}">
                    <a16:rowId xmlns:a16="http://schemas.microsoft.com/office/drawing/2014/main" val="3584020011"/>
                  </a:ext>
                </a:extLst>
              </a:tr>
              <a:tr h="417332">
                <a:tc>
                  <a:txBody>
                    <a:bodyPr/>
                    <a:lstStyle/>
                    <a:p>
                      <a:pPr rtl="0">
                        <a:buNone/>
                      </a:pPr>
                      <a:r>
                        <a:rPr lang="da-DK" sz="1000" b="1" dirty="0">
                          <a:solidFill>
                            <a:srgbClr val="1F1F1F"/>
                          </a:solidFill>
                          <a:effectLst/>
                          <a:latin typeface="Google Sans Text"/>
                        </a:rPr>
                        <a:t>CorrNet</a:t>
                      </a:r>
                      <a:r>
                        <a:rPr lang="da-DK" sz="1000" dirty="0">
                          <a:solidFill>
                            <a:srgbClr val="1F1F1F"/>
                          </a:solidFill>
                          <a:effectLst/>
                          <a:latin typeface="Google Sans Text"/>
                        </a:rPr>
                        <a:t> Hu et al (2023)</a:t>
                      </a:r>
                    </a:p>
                  </a:txBody>
                  <a:tcPr marL="114300" marR="114300" marT="76200" marB="76200" anchor="ctr"/>
                </a:tc>
                <a:tc>
                  <a:txBody>
                    <a:bodyPr/>
                    <a:lstStyle/>
                    <a:p>
                      <a:pPr rtl="0">
                        <a:buNone/>
                      </a:pPr>
                      <a:r>
                        <a:rPr lang="en-US" sz="1000">
                          <a:solidFill>
                            <a:srgbClr val="1F1F1F"/>
                          </a:solidFill>
                          <a:effectLst/>
                          <a:latin typeface="Google Sans Text"/>
                        </a:rPr>
                        <a:t>CSL-Daily</a:t>
                      </a:r>
                    </a:p>
                  </a:txBody>
                  <a:tcPr marL="114300" marR="114300" marT="76200" marB="76200" anchor="ctr"/>
                </a:tc>
                <a:tc>
                  <a:txBody>
                    <a:bodyPr/>
                    <a:lstStyle/>
                    <a:p>
                      <a:pPr rtl="0">
                        <a:buNone/>
                      </a:pPr>
                      <a:r>
                        <a:rPr lang="en-US" sz="1000">
                          <a:solidFill>
                            <a:srgbClr val="1F1F1F"/>
                          </a:solidFill>
                          <a:effectLst/>
                          <a:latin typeface="Google Sans Text"/>
                        </a:rPr>
                        <a:t>30.1</a:t>
                      </a:r>
                    </a:p>
                  </a:txBody>
                  <a:tcPr marL="114300" marR="114300" marT="76200" marB="76200" anchor="ctr"/>
                </a:tc>
                <a:extLst>
                  <a:ext uri="{0D108BD9-81ED-4DB2-BD59-A6C34878D82A}">
                    <a16:rowId xmlns:a16="http://schemas.microsoft.com/office/drawing/2014/main" val="862687137"/>
                  </a:ext>
                </a:extLst>
              </a:tr>
              <a:tr h="450548">
                <a:tc>
                  <a:txBody>
                    <a:bodyPr/>
                    <a:lstStyle/>
                    <a:p>
                      <a:pPr rtl="0">
                        <a:buNone/>
                      </a:pPr>
                      <a:r>
                        <a:rPr lang="da-DK" sz="1000" b="1" dirty="0">
                          <a:solidFill>
                            <a:srgbClr val="1F1F1F"/>
                          </a:solidFill>
                          <a:effectLst/>
                          <a:latin typeface="Google Sans Text"/>
                        </a:rPr>
                        <a:t>TwoStream-SLR</a:t>
                      </a:r>
                      <a:r>
                        <a:rPr lang="da-DK" sz="1000" dirty="0">
                          <a:solidFill>
                            <a:srgbClr val="1F1F1F"/>
                          </a:solidFill>
                          <a:effectLst/>
                          <a:latin typeface="Google Sans Text"/>
                        </a:rPr>
                        <a:t> Chen et al (2022)</a:t>
                      </a:r>
                    </a:p>
                  </a:txBody>
                  <a:tcPr marL="114300" marR="114300" marT="76200" marB="76200" anchor="ctr"/>
                </a:tc>
                <a:tc>
                  <a:txBody>
                    <a:bodyPr/>
                    <a:lstStyle/>
                    <a:p>
                      <a:pPr rtl="0">
                        <a:buNone/>
                      </a:pPr>
                      <a:r>
                        <a:rPr lang="en-US" sz="1000">
                          <a:solidFill>
                            <a:srgbClr val="1F1F1F"/>
                          </a:solidFill>
                          <a:effectLst/>
                          <a:latin typeface="Google Sans Text"/>
                        </a:rPr>
                        <a:t>CSL-Daily</a:t>
                      </a:r>
                    </a:p>
                  </a:txBody>
                  <a:tcPr marL="114300" marR="114300" marT="76200" marB="76200" anchor="ctr"/>
                </a:tc>
                <a:tc>
                  <a:txBody>
                    <a:bodyPr/>
                    <a:lstStyle/>
                    <a:p>
                      <a:pPr rtl="0">
                        <a:buNone/>
                      </a:pPr>
                      <a:r>
                        <a:rPr lang="en-US" sz="1000">
                          <a:solidFill>
                            <a:srgbClr val="1F1F1F"/>
                          </a:solidFill>
                          <a:effectLst/>
                          <a:latin typeface="Google Sans Text"/>
                        </a:rPr>
                        <a:t>25.3</a:t>
                      </a:r>
                    </a:p>
                  </a:txBody>
                  <a:tcPr marL="114300" marR="114300" marT="76200" marB="76200" anchor="ctr"/>
                </a:tc>
                <a:extLst>
                  <a:ext uri="{0D108BD9-81ED-4DB2-BD59-A6C34878D82A}">
                    <a16:rowId xmlns:a16="http://schemas.microsoft.com/office/drawing/2014/main" val="583176763"/>
                  </a:ext>
                </a:extLst>
              </a:tr>
              <a:tr h="338116">
                <a:tc>
                  <a:txBody>
                    <a:bodyPr/>
                    <a:lstStyle/>
                    <a:p>
                      <a:pPr rtl="0">
                        <a:buNone/>
                      </a:pPr>
                      <a:r>
                        <a:rPr lang="fr-FR" sz="1000" b="1">
                          <a:solidFill>
                            <a:srgbClr val="1F1F1F"/>
                          </a:solidFill>
                          <a:effectLst/>
                          <a:latin typeface="Google Sans Text"/>
                        </a:rPr>
                        <a:t>CTCA</a:t>
                      </a:r>
                      <a:r>
                        <a:rPr lang="fr-FR" sz="1000">
                          <a:solidFill>
                            <a:srgbClr val="1F1F1F"/>
                          </a:solidFill>
                          <a:effectLst/>
                          <a:latin typeface="Google Sans Text"/>
                        </a:rPr>
                        <a:t> Guo et al (2023)</a:t>
                      </a:r>
                    </a:p>
                  </a:txBody>
                  <a:tcPr marL="114300" marR="114300" marT="76200" marB="76200" anchor="ctr"/>
                </a:tc>
                <a:tc>
                  <a:txBody>
                    <a:bodyPr/>
                    <a:lstStyle/>
                    <a:p>
                      <a:pPr rtl="0">
                        <a:buNone/>
                      </a:pPr>
                      <a:r>
                        <a:rPr lang="en-US" sz="1000">
                          <a:solidFill>
                            <a:srgbClr val="1F1F1F"/>
                          </a:solidFill>
                          <a:effectLst/>
                          <a:latin typeface="Google Sans Text"/>
                        </a:rPr>
                        <a:t>CSL-Daily</a:t>
                      </a:r>
                    </a:p>
                  </a:txBody>
                  <a:tcPr marL="114300" marR="114300" marT="76200" marB="76200" anchor="ctr"/>
                </a:tc>
                <a:tc>
                  <a:txBody>
                    <a:bodyPr/>
                    <a:lstStyle/>
                    <a:p>
                      <a:pPr rtl="0">
                        <a:buNone/>
                      </a:pPr>
                      <a:r>
                        <a:rPr lang="en-US" sz="1000">
                          <a:solidFill>
                            <a:srgbClr val="1F1F1F"/>
                          </a:solidFill>
                          <a:effectLst/>
                          <a:latin typeface="Google Sans Text"/>
                        </a:rPr>
                        <a:t>29.4</a:t>
                      </a:r>
                    </a:p>
                  </a:txBody>
                  <a:tcPr marL="114300" marR="114300" marT="76200" marB="76200" anchor="ctr"/>
                </a:tc>
                <a:extLst>
                  <a:ext uri="{0D108BD9-81ED-4DB2-BD59-A6C34878D82A}">
                    <a16:rowId xmlns:a16="http://schemas.microsoft.com/office/drawing/2014/main" val="879919463"/>
                  </a:ext>
                </a:extLst>
              </a:tr>
              <a:tr h="417332">
                <a:tc>
                  <a:txBody>
                    <a:bodyPr/>
                    <a:lstStyle/>
                    <a:p>
                      <a:pPr rtl="0">
                        <a:buNone/>
                      </a:pPr>
                      <a:r>
                        <a:rPr lang="en-US" sz="1000" b="1" dirty="0" err="1">
                          <a:solidFill>
                            <a:srgbClr val="1F1F1F"/>
                          </a:solidFill>
                          <a:effectLst/>
                          <a:latin typeface="Google Sans Text"/>
                        </a:rPr>
                        <a:t>AdaBrowse</a:t>
                      </a:r>
                      <a:r>
                        <a:rPr lang="en-US" sz="1000" b="1" dirty="0">
                          <a:solidFill>
                            <a:srgbClr val="1F1F1F"/>
                          </a:solidFill>
                          <a:effectLst/>
                          <a:latin typeface="Google Sans Text"/>
                        </a:rPr>
                        <a:t>+</a:t>
                      </a:r>
                      <a:r>
                        <a:rPr lang="en-US" sz="1000" dirty="0">
                          <a:solidFill>
                            <a:srgbClr val="1F1F1F"/>
                          </a:solidFill>
                          <a:effectLst/>
                          <a:latin typeface="Google Sans Text"/>
                        </a:rPr>
                        <a:t> Hu et al (2023)</a:t>
                      </a:r>
                    </a:p>
                  </a:txBody>
                  <a:tcPr marL="114300" marR="114300" marT="76200" marB="76200" anchor="ctr"/>
                </a:tc>
                <a:tc>
                  <a:txBody>
                    <a:bodyPr/>
                    <a:lstStyle/>
                    <a:p>
                      <a:pPr rtl="0">
                        <a:buNone/>
                      </a:pPr>
                      <a:r>
                        <a:rPr lang="en-US" sz="1000">
                          <a:solidFill>
                            <a:srgbClr val="1F1F1F"/>
                          </a:solidFill>
                          <a:effectLst/>
                          <a:latin typeface="Google Sans Text"/>
                        </a:rPr>
                        <a:t>CSL-Daily</a:t>
                      </a:r>
                    </a:p>
                  </a:txBody>
                  <a:tcPr marL="114300" marR="114300" marT="76200" marB="76200" anchor="ctr"/>
                </a:tc>
                <a:tc>
                  <a:txBody>
                    <a:bodyPr/>
                    <a:lstStyle/>
                    <a:p>
                      <a:pPr rtl="0">
                        <a:buNone/>
                      </a:pPr>
                      <a:r>
                        <a:rPr lang="en-US" sz="1000" dirty="0">
                          <a:solidFill>
                            <a:srgbClr val="1F1F1F"/>
                          </a:solidFill>
                          <a:effectLst/>
                          <a:latin typeface="Google Sans Text"/>
                        </a:rPr>
                        <a:t>30.7</a:t>
                      </a:r>
                    </a:p>
                  </a:txBody>
                  <a:tcPr marL="114300" marR="114300" marT="76200" marB="76200" anchor="ctr"/>
                </a:tc>
                <a:extLst>
                  <a:ext uri="{0D108BD9-81ED-4DB2-BD59-A6C34878D82A}">
                    <a16:rowId xmlns:a16="http://schemas.microsoft.com/office/drawing/2014/main" val="1229403463"/>
                  </a:ext>
                </a:extLst>
              </a:tr>
              <a:tr h="338116">
                <a:tc>
                  <a:txBody>
                    <a:bodyPr/>
                    <a:lstStyle/>
                    <a:p>
                      <a:pPr rtl="0">
                        <a:buNone/>
                      </a:pPr>
                      <a:r>
                        <a:rPr lang="en-US" sz="1000" b="1" dirty="0">
                          <a:solidFill>
                            <a:srgbClr val="1F1F1F"/>
                          </a:solidFill>
                          <a:effectLst/>
                          <a:latin typeface="Google Sans Text"/>
                        </a:rPr>
                        <a:t>Baseline (Video + Keypoint)</a:t>
                      </a:r>
                      <a:endParaRPr lang="en-US" sz="1000" dirty="0">
                        <a:solidFill>
                          <a:srgbClr val="1F1F1F"/>
                        </a:solidFill>
                        <a:effectLst/>
                        <a:latin typeface="Google Sans Text"/>
                      </a:endParaRPr>
                    </a:p>
                  </a:txBody>
                  <a:tcPr marL="114300" marR="114300" marT="76200" marB="76200" anchor="ctr"/>
                </a:tc>
                <a:tc>
                  <a:txBody>
                    <a:bodyPr/>
                    <a:lstStyle/>
                    <a:p>
                      <a:pPr rtl="0">
                        <a:buNone/>
                      </a:pPr>
                      <a:r>
                        <a:rPr lang="en-US" sz="1000" b="1" dirty="0">
                          <a:solidFill>
                            <a:srgbClr val="1F1F1F"/>
                          </a:solidFill>
                          <a:effectLst/>
                          <a:latin typeface="Google Sans Text"/>
                        </a:rPr>
                        <a:t>CSL-Daily</a:t>
                      </a:r>
                    </a:p>
                  </a:txBody>
                  <a:tcPr marL="114300" marR="114300" marT="76200" marB="76200" anchor="ctr"/>
                </a:tc>
                <a:tc>
                  <a:txBody>
                    <a:bodyPr/>
                    <a:lstStyle/>
                    <a:p>
                      <a:pPr rtl="0">
                        <a:buNone/>
                      </a:pPr>
                      <a:r>
                        <a:rPr lang="en-US" sz="1000" b="1" dirty="0">
                          <a:solidFill>
                            <a:srgbClr val="1F1F1F"/>
                          </a:solidFill>
                          <a:effectLst/>
                          <a:latin typeface="Google Sans Text"/>
                        </a:rPr>
                        <a:t>25.8</a:t>
                      </a:r>
                    </a:p>
                  </a:txBody>
                  <a:tcPr marL="114300" marR="114300" marT="76200" marB="76200" anchor="ctr"/>
                </a:tc>
                <a:extLst>
                  <a:ext uri="{0D108BD9-81ED-4DB2-BD59-A6C34878D82A}">
                    <a16:rowId xmlns:a16="http://schemas.microsoft.com/office/drawing/2014/main" val="821417629"/>
                  </a:ext>
                </a:extLst>
              </a:tr>
              <a:tr h="417332">
                <a:tc>
                  <a:txBody>
                    <a:bodyPr/>
                    <a:lstStyle/>
                    <a:p>
                      <a:pPr rtl="0">
                        <a:buNone/>
                      </a:pPr>
                      <a:r>
                        <a:rPr lang="en-US" sz="1000" b="1" dirty="0">
                          <a:solidFill>
                            <a:srgbClr val="1F1F1F"/>
                          </a:solidFill>
                          <a:effectLst/>
                          <a:latin typeface="Google Sans Text"/>
                        </a:rPr>
                        <a:t>+ Doppler Stream (Ours)</a:t>
                      </a:r>
                      <a:endParaRPr lang="en-US" sz="1000" dirty="0">
                        <a:solidFill>
                          <a:srgbClr val="1F1F1F"/>
                        </a:solidFill>
                        <a:effectLst/>
                        <a:latin typeface="Google Sans Text"/>
                      </a:endParaRPr>
                    </a:p>
                  </a:txBody>
                  <a:tcPr marL="114300" marR="114300" marT="76200" marB="76200" anchor="ctr"/>
                </a:tc>
                <a:tc>
                  <a:txBody>
                    <a:bodyPr/>
                    <a:lstStyle/>
                    <a:p>
                      <a:pPr rtl="0">
                        <a:buNone/>
                      </a:pPr>
                      <a:r>
                        <a:rPr lang="en-US" sz="1000" b="1">
                          <a:solidFill>
                            <a:srgbClr val="1F1F1F"/>
                          </a:solidFill>
                          <a:effectLst/>
                          <a:latin typeface="Google Sans Text"/>
                        </a:rPr>
                        <a:t>CSL-Daily</a:t>
                      </a:r>
                    </a:p>
                  </a:txBody>
                  <a:tcPr marL="114300" marR="114300" marT="76200" marB="76200" anchor="ctr"/>
                </a:tc>
                <a:tc>
                  <a:txBody>
                    <a:bodyPr/>
                    <a:lstStyle/>
                    <a:p>
                      <a:pPr rtl="0">
                        <a:buNone/>
                      </a:pPr>
                      <a:r>
                        <a:rPr lang="en-US" sz="1000" b="1" dirty="0">
                          <a:solidFill>
                            <a:srgbClr val="1F1F1F"/>
                          </a:solidFill>
                          <a:effectLst/>
                          <a:latin typeface="Google Sans Text"/>
                        </a:rPr>
                        <a:t>24.9</a:t>
                      </a:r>
                    </a:p>
                  </a:txBody>
                  <a:tcPr marL="114300" marR="114300" marT="76200" marB="76200" anchor="ctr"/>
                </a:tc>
                <a:extLst>
                  <a:ext uri="{0D108BD9-81ED-4DB2-BD59-A6C34878D82A}">
                    <a16:rowId xmlns:a16="http://schemas.microsoft.com/office/drawing/2014/main" val="337332387"/>
                  </a:ext>
                </a:extLst>
              </a:tr>
            </a:tbl>
          </a:graphicData>
        </a:graphic>
      </p:graphicFrame>
    </p:spTree>
    <p:extLst>
      <p:ext uri="{BB962C8B-B14F-4D97-AF65-F5344CB8AC3E}">
        <p14:creationId xmlns:p14="http://schemas.microsoft.com/office/powerpoint/2010/main" val="37798365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A1A788-629F-B61C-042C-5612BF928A67}"/>
              </a:ext>
            </a:extLst>
          </p:cNvPr>
          <p:cNvSpPr>
            <a:spLocks noGrp="1"/>
          </p:cNvSpPr>
          <p:nvPr>
            <p:ph type="title"/>
          </p:nvPr>
        </p:nvSpPr>
        <p:spPr/>
        <p:txBody>
          <a:bodyPr/>
          <a:lstStyle/>
          <a:p>
            <a:r>
              <a:rPr lang="en-US" dirty="0"/>
              <a:t>Efficiency &amp; Robustness</a:t>
            </a:r>
          </a:p>
        </p:txBody>
      </p:sp>
      <p:sp>
        <p:nvSpPr>
          <p:cNvPr id="3" name="Content Placeholder 2">
            <a:extLst>
              <a:ext uri="{FF2B5EF4-FFF2-40B4-BE49-F238E27FC236}">
                <a16:creationId xmlns:a16="http://schemas.microsoft.com/office/drawing/2014/main" id="{C969ACD7-C6A9-723F-4244-848296BFC4B9}"/>
              </a:ext>
            </a:extLst>
          </p:cNvPr>
          <p:cNvSpPr>
            <a:spLocks noGrp="1"/>
          </p:cNvSpPr>
          <p:nvPr>
            <p:ph idx="1"/>
          </p:nvPr>
        </p:nvSpPr>
        <p:spPr/>
        <p:txBody>
          <a:bodyPr/>
          <a:lstStyle/>
          <a:p>
            <a:r>
              <a:rPr lang="en-US" dirty="0"/>
              <a:t>Efficiency (The "Big" Win):</a:t>
            </a:r>
          </a:p>
          <a:p>
            <a:pPr lvl="1"/>
            <a:r>
              <a:rPr lang="en-US" b="1" dirty="0"/>
              <a:t>Model Size:</a:t>
            </a:r>
            <a:r>
              <a:rPr lang="en-US" dirty="0"/>
              <a:t> Only </a:t>
            </a:r>
            <a:r>
              <a:rPr lang="en-US" b="1" dirty="0"/>
              <a:t>74 MB</a:t>
            </a:r>
            <a:r>
              <a:rPr lang="en-US" dirty="0"/>
              <a:t>.</a:t>
            </a:r>
          </a:p>
          <a:p>
            <a:pPr lvl="1"/>
            <a:r>
              <a:rPr lang="en-US" b="1" dirty="0"/>
              <a:t>GFLOPs:</a:t>
            </a:r>
            <a:r>
              <a:rPr lang="en-US" dirty="0"/>
              <a:t> </a:t>
            </a:r>
            <a:r>
              <a:rPr lang="en-US" b="1" dirty="0"/>
              <a:t>120.0 GFLOPs</a:t>
            </a:r>
            <a:r>
              <a:rPr lang="en-US" dirty="0"/>
              <a:t> (vs. 521.3 for ICASSP '24).</a:t>
            </a:r>
          </a:p>
          <a:p>
            <a:pPr lvl="1"/>
            <a:r>
              <a:rPr lang="en-US" b="1" dirty="0"/>
              <a:t>Reduction:</a:t>
            </a:r>
            <a:r>
              <a:rPr lang="en-US" dirty="0"/>
              <a:t> </a:t>
            </a:r>
            <a:r>
              <a:rPr lang="en-US" b="1" dirty="0"/>
              <a:t>77% reduction</a:t>
            </a:r>
            <a:r>
              <a:rPr lang="en-US" dirty="0"/>
              <a:t> in computational cost.</a:t>
            </a:r>
          </a:p>
          <a:p>
            <a:pPr lvl="1"/>
            <a:endParaRPr lang="en-US" dirty="0"/>
          </a:p>
          <a:p>
            <a:r>
              <a:rPr lang="en-US" dirty="0"/>
              <a:t>Robustness (Edge Cases)</a:t>
            </a:r>
          </a:p>
          <a:p>
            <a:pPr lvl="1"/>
            <a:r>
              <a:rPr lang="de-DE" b="1" dirty="0"/>
              <a:t>Rapid Gestures:</a:t>
            </a:r>
            <a:r>
              <a:rPr lang="de-DE" dirty="0"/>
              <a:t> 20.7% WER (vs. 21.0% Baseline).</a:t>
            </a:r>
          </a:p>
          <a:p>
            <a:pPr lvl="1"/>
            <a:r>
              <a:rPr lang="en-US" dirty="0"/>
              <a:t>Doppler turns "blur" into a signal strength proportional to velocity.</a:t>
            </a:r>
            <a:endParaRPr lang="de-DE" dirty="0"/>
          </a:p>
          <a:p>
            <a:pPr lvl="1"/>
            <a:endParaRPr lang="en-US" dirty="0"/>
          </a:p>
        </p:txBody>
      </p:sp>
      <p:sp>
        <p:nvSpPr>
          <p:cNvPr id="4" name="Footer Placeholder 3">
            <a:extLst>
              <a:ext uri="{FF2B5EF4-FFF2-40B4-BE49-F238E27FC236}">
                <a16:creationId xmlns:a16="http://schemas.microsoft.com/office/drawing/2014/main" id="{11E1CCB3-72DA-DEBD-3028-DA583233576C}"/>
              </a:ext>
            </a:extLst>
          </p:cNvPr>
          <p:cNvSpPr>
            <a:spLocks noGrp="1"/>
          </p:cNvSpPr>
          <p:nvPr>
            <p:ph type="ftr" sz="quarter" idx="11"/>
          </p:nvPr>
        </p:nvSpPr>
        <p:spPr/>
        <p:txBody>
          <a:bodyPr/>
          <a:lstStyle/>
          <a:p>
            <a:endParaRPr lang="ko-KR" altLang="en-US" dirty="0"/>
          </a:p>
        </p:txBody>
      </p:sp>
      <p:sp>
        <p:nvSpPr>
          <p:cNvPr id="5" name="Slide Number Placeholder 4">
            <a:extLst>
              <a:ext uri="{FF2B5EF4-FFF2-40B4-BE49-F238E27FC236}">
                <a16:creationId xmlns:a16="http://schemas.microsoft.com/office/drawing/2014/main" id="{FF2145C7-14B9-4F1E-C3AF-0D39D1311493}"/>
              </a:ext>
            </a:extLst>
          </p:cNvPr>
          <p:cNvSpPr>
            <a:spLocks noGrp="1"/>
          </p:cNvSpPr>
          <p:nvPr>
            <p:ph type="sldNum" sz="quarter" idx="4"/>
          </p:nvPr>
        </p:nvSpPr>
        <p:spPr/>
        <p:txBody>
          <a:bodyPr/>
          <a:lstStyle/>
          <a:p>
            <a:fld id="{1C8FA38B-43AE-4C7F-AC62-93C06D579860}" type="slidenum">
              <a:rPr lang="ko-KR" altLang="en-US" smtClean="0"/>
              <a:pPr/>
              <a:t>7</a:t>
            </a:fld>
            <a:endParaRPr lang="ko-KR" altLang="en-US" dirty="0"/>
          </a:p>
        </p:txBody>
      </p:sp>
      <p:pic>
        <p:nvPicPr>
          <p:cNvPr id="6" name="Picture 2" descr="BigComp 2026 Logo">
            <a:extLst>
              <a:ext uri="{FF2B5EF4-FFF2-40B4-BE49-F238E27FC236}">
                <a16:creationId xmlns:a16="http://schemas.microsoft.com/office/drawing/2014/main" id="{150F1693-5A3A-8B28-12C8-720A098D9576}"/>
              </a:ext>
            </a:extLst>
          </p:cNvPr>
          <p:cNvPicPr>
            <a:picLocks noChangeAspect="1" noChangeArrowheads="1"/>
          </p:cNvPicPr>
          <p:nvPr/>
        </p:nvPicPr>
        <p:blipFill>
          <a:blip r:embed="rId3">
            <a:alphaModFix amt="50000"/>
            <a:extLst>
              <a:ext uri="{28A0092B-C50C-407E-A947-70E740481C1C}">
                <a14:useLocalDpi xmlns:a14="http://schemas.microsoft.com/office/drawing/2010/main" val="0"/>
              </a:ext>
            </a:extLst>
          </a:blip>
          <a:srcRect/>
          <a:stretch>
            <a:fillRect/>
          </a:stretch>
        </p:blipFill>
        <p:spPr bwMode="auto">
          <a:xfrm>
            <a:off x="9500579" y="6439061"/>
            <a:ext cx="1760278" cy="4114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40445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32944-9AE3-E033-DBAC-B99F3E2134E0}"/>
              </a:ext>
            </a:extLst>
          </p:cNvPr>
          <p:cNvSpPr>
            <a:spLocks noGrp="1"/>
          </p:cNvSpPr>
          <p:nvPr>
            <p:ph type="title"/>
          </p:nvPr>
        </p:nvSpPr>
        <p:spPr/>
        <p:txBody>
          <a:bodyPr/>
          <a:lstStyle/>
          <a:p>
            <a:r>
              <a:rPr lang="en-US" dirty="0"/>
              <a:t>Conclusion &amp; Future Work</a:t>
            </a:r>
          </a:p>
        </p:txBody>
      </p:sp>
      <p:sp>
        <p:nvSpPr>
          <p:cNvPr id="3" name="Content Placeholder 2">
            <a:extLst>
              <a:ext uri="{FF2B5EF4-FFF2-40B4-BE49-F238E27FC236}">
                <a16:creationId xmlns:a16="http://schemas.microsoft.com/office/drawing/2014/main" id="{BDBE80EF-50C8-14A2-39D3-A697948FF4EB}"/>
              </a:ext>
            </a:extLst>
          </p:cNvPr>
          <p:cNvSpPr>
            <a:spLocks noGrp="1"/>
          </p:cNvSpPr>
          <p:nvPr>
            <p:ph idx="1"/>
          </p:nvPr>
        </p:nvSpPr>
        <p:spPr/>
        <p:txBody>
          <a:bodyPr/>
          <a:lstStyle/>
          <a:p>
            <a:r>
              <a:rPr lang="en-US" dirty="0"/>
              <a:t>Summary:</a:t>
            </a:r>
          </a:p>
          <a:p>
            <a:pPr lvl="1"/>
            <a:r>
              <a:rPr lang="en-US" dirty="0"/>
              <a:t>Proposed a </a:t>
            </a:r>
            <a:r>
              <a:rPr lang="en-US" b="1" dirty="0"/>
              <a:t>Doppler Motion Stream</a:t>
            </a:r>
            <a:r>
              <a:rPr lang="en-US" dirty="0"/>
              <a:t> for interpretable, efficient SLR.</a:t>
            </a:r>
          </a:p>
          <a:p>
            <a:pPr lvl="1"/>
            <a:r>
              <a:rPr lang="en-US" dirty="0"/>
              <a:t>Achieved </a:t>
            </a:r>
            <a:r>
              <a:rPr lang="en-US" b="1" dirty="0"/>
              <a:t>SOTA (18.05% WER)</a:t>
            </a:r>
            <a:r>
              <a:rPr lang="en-US" dirty="0"/>
              <a:t> with a lightweight footprint.</a:t>
            </a:r>
          </a:p>
          <a:p>
            <a:endParaRPr lang="en-US" dirty="0"/>
          </a:p>
          <a:p>
            <a:r>
              <a:rPr lang="en-US" dirty="0"/>
              <a:t>Future Directions:</a:t>
            </a:r>
          </a:p>
          <a:p>
            <a:pPr lvl="1"/>
            <a:r>
              <a:rPr lang="en-US" dirty="0"/>
              <a:t>Deploying on edge devices (mobile/tablets).</a:t>
            </a:r>
          </a:p>
          <a:p>
            <a:pPr lvl="1"/>
            <a:r>
              <a:rPr lang="en-US" dirty="0"/>
              <a:t>Integrating Doppler stream into </a:t>
            </a:r>
            <a:r>
              <a:rPr lang="en-US" b="1" dirty="0"/>
              <a:t>Sign Language Translation (SLT)</a:t>
            </a:r>
            <a:r>
              <a:rPr lang="en-US" dirty="0"/>
              <a:t> tasks.</a:t>
            </a:r>
          </a:p>
          <a:p>
            <a:pPr marL="457200" lvl="1" indent="0">
              <a:buNone/>
            </a:pPr>
            <a:endParaRPr lang="en-US" dirty="0"/>
          </a:p>
        </p:txBody>
      </p:sp>
      <p:sp>
        <p:nvSpPr>
          <p:cNvPr id="4" name="Footer Placeholder 3">
            <a:extLst>
              <a:ext uri="{FF2B5EF4-FFF2-40B4-BE49-F238E27FC236}">
                <a16:creationId xmlns:a16="http://schemas.microsoft.com/office/drawing/2014/main" id="{80B678FA-E78A-9446-10C9-937B3FEA4CDD}"/>
              </a:ext>
            </a:extLst>
          </p:cNvPr>
          <p:cNvSpPr>
            <a:spLocks noGrp="1"/>
          </p:cNvSpPr>
          <p:nvPr>
            <p:ph type="ftr" sz="quarter" idx="11"/>
          </p:nvPr>
        </p:nvSpPr>
        <p:spPr/>
        <p:txBody>
          <a:bodyPr/>
          <a:lstStyle/>
          <a:p>
            <a:endParaRPr lang="ko-KR" altLang="en-US" dirty="0"/>
          </a:p>
        </p:txBody>
      </p:sp>
      <p:sp>
        <p:nvSpPr>
          <p:cNvPr id="5" name="Slide Number Placeholder 4">
            <a:extLst>
              <a:ext uri="{FF2B5EF4-FFF2-40B4-BE49-F238E27FC236}">
                <a16:creationId xmlns:a16="http://schemas.microsoft.com/office/drawing/2014/main" id="{7E112CC1-9C61-9E4A-5E9F-120A478549D6}"/>
              </a:ext>
            </a:extLst>
          </p:cNvPr>
          <p:cNvSpPr>
            <a:spLocks noGrp="1"/>
          </p:cNvSpPr>
          <p:nvPr>
            <p:ph type="sldNum" sz="quarter" idx="4"/>
          </p:nvPr>
        </p:nvSpPr>
        <p:spPr/>
        <p:txBody>
          <a:bodyPr/>
          <a:lstStyle/>
          <a:p>
            <a:fld id="{1C8FA38B-43AE-4C7F-AC62-93C06D579860}" type="slidenum">
              <a:rPr lang="ko-KR" altLang="en-US" smtClean="0"/>
              <a:pPr/>
              <a:t>8</a:t>
            </a:fld>
            <a:endParaRPr lang="ko-KR" altLang="en-US" dirty="0"/>
          </a:p>
        </p:txBody>
      </p:sp>
      <p:pic>
        <p:nvPicPr>
          <p:cNvPr id="6" name="Picture 2" descr="BigComp 2026 Logo">
            <a:extLst>
              <a:ext uri="{FF2B5EF4-FFF2-40B4-BE49-F238E27FC236}">
                <a16:creationId xmlns:a16="http://schemas.microsoft.com/office/drawing/2014/main" id="{BB761A79-A5CD-D2FA-3EAD-BF479AB0B0C8}"/>
              </a:ext>
            </a:extLst>
          </p:cNvPr>
          <p:cNvPicPr>
            <a:picLocks noChangeAspect="1" noChangeArrowheads="1"/>
          </p:cNvPicPr>
          <p:nvPr/>
        </p:nvPicPr>
        <p:blipFill>
          <a:blip r:embed="rId3">
            <a:alphaModFix amt="50000"/>
            <a:extLst>
              <a:ext uri="{28A0092B-C50C-407E-A947-70E740481C1C}">
                <a14:useLocalDpi xmlns:a14="http://schemas.microsoft.com/office/drawing/2010/main" val="0"/>
              </a:ext>
            </a:extLst>
          </a:blip>
          <a:srcRect/>
          <a:stretch>
            <a:fillRect/>
          </a:stretch>
        </p:blipFill>
        <p:spPr bwMode="auto">
          <a:xfrm>
            <a:off x="9500579" y="6439061"/>
            <a:ext cx="1760278" cy="4114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25152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19953D-E887-BDAE-BAD6-7CCC1B12D117}"/>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5BD357F5-111B-5242-E9B9-353F10B13E6E}"/>
              </a:ext>
            </a:extLst>
          </p:cNvPr>
          <p:cNvSpPr>
            <a:spLocks noGrp="1"/>
          </p:cNvSpPr>
          <p:nvPr>
            <p:ph idx="1"/>
          </p:nvPr>
        </p:nvSpPr>
        <p:spPr>
          <a:xfrm>
            <a:off x="4603751" y="2578100"/>
            <a:ext cx="3079750" cy="1289050"/>
          </a:xfrm>
        </p:spPr>
        <p:txBody>
          <a:bodyPr>
            <a:normAutofit/>
          </a:bodyPr>
          <a:lstStyle/>
          <a:p>
            <a:pPr marL="0" indent="0" algn="ctr">
              <a:buNone/>
            </a:pPr>
            <a:r>
              <a:rPr lang="en-US" dirty="0">
                <a:solidFill>
                  <a:schemeClr val="accent6"/>
                </a:solidFill>
              </a:rPr>
              <a:t>THANK YOU </a:t>
            </a:r>
          </a:p>
          <a:p>
            <a:pPr marL="0" indent="0" algn="ctr">
              <a:buNone/>
            </a:pPr>
            <a:r>
              <a:rPr lang="en-US" dirty="0"/>
              <a:t>QUESTIONS?</a:t>
            </a:r>
          </a:p>
        </p:txBody>
      </p:sp>
      <p:sp>
        <p:nvSpPr>
          <p:cNvPr id="4" name="Footer Placeholder 3">
            <a:extLst>
              <a:ext uri="{FF2B5EF4-FFF2-40B4-BE49-F238E27FC236}">
                <a16:creationId xmlns:a16="http://schemas.microsoft.com/office/drawing/2014/main" id="{106CAE13-C77B-1118-5A73-E57E6BE5C5BD}"/>
              </a:ext>
            </a:extLst>
          </p:cNvPr>
          <p:cNvSpPr>
            <a:spLocks noGrp="1"/>
          </p:cNvSpPr>
          <p:nvPr>
            <p:ph type="ftr" sz="quarter" idx="11"/>
          </p:nvPr>
        </p:nvSpPr>
        <p:spPr/>
        <p:txBody>
          <a:bodyPr/>
          <a:lstStyle/>
          <a:p>
            <a:pPr marL="0" indent="0">
              <a:buNone/>
            </a:pPr>
            <a:endParaRPr lang="ko-KR" altLang="en-US" dirty="0"/>
          </a:p>
        </p:txBody>
      </p:sp>
      <p:sp>
        <p:nvSpPr>
          <p:cNvPr id="5" name="Slide Number Placeholder 4">
            <a:extLst>
              <a:ext uri="{FF2B5EF4-FFF2-40B4-BE49-F238E27FC236}">
                <a16:creationId xmlns:a16="http://schemas.microsoft.com/office/drawing/2014/main" id="{AF7EC819-67A9-DDBB-BEE7-D6CE07EA7A5C}"/>
              </a:ext>
            </a:extLst>
          </p:cNvPr>
          <p:cNvSpPr>
            <a:spLocks noGrp="1"/>
          </p:cNvSpPr>
          <p:nvPr>
            <p:ph type="sldNum" sz="quarter" idx="4"/>
          </p:nvPr>
        </p:nvSpPr>
        <p:spPr/>
        <p:txBody>
          <a:bodyPr/>
          <a:lstStyle/>
          <a:p>
            <a:fld id="{1C8FA38B-43AE-4C7F-AC62-93C06D579860}" type="slidenum">
              <a:rPr lang="ko-KR" altLang="en-US" smtClean="0"/>
              <a:pPr/>
              <a:t>9</a:t>
            </a:fld>
            <a:endParaRPr lang="ko-KR" altLang="en-US" dirty="0"/>
          </a:p>
        </p:txBody>
      </p:sp>
      <p:pic>
        <p:nvPicPr>
          <p:cNvPr id="6" name="Picture 2" descr="BigComp 2026 Logo">
            <a:extLst>
              <a:ext uri="{FF2B5EF4-FFF2-40B4-BE49-F238E27FC236}">
                <a16:creationId xmlns:a16="http://schemas.microsoft.com/office/drawing/2014/main" id="{8494A4AD-3807-DFAF-F508-66A9B6A85647}"/>
              </a:ext>
            </a:extLst>
          </p:cNvPr>
          <p:cNvPicPr>
            <a:picLocks noChangeAspect="1" noChangeArrowheads="1"/>
          </p:cNvPicPr>
          <p:nvPr/>
        </p:nvPicPr>
        <p:blipFill>
          <a:blip r:embed="rId2">
            <a:alphaModFix amt="50000"/>
            <a:extLst>
              <a:ext uri="{28A0092B-C50C-407E-A947-70E740481C1C}">
                <a14:useLocalDpi xmlns:a14="http://schemas.microsoft.com/office/drawing/2010/main" val="0"/>
              </a:ext>
            </a:extLst>
          </a:blip>
          <a:srcRect/>
          <a:stretch>
            <a:fillRect/>
          </a:stretch>
        </p:blipFill>
        <p:spPr bwMode="auto">
          <a:xfrm>
            <a:off x="9500579" y="6439061"/>
            <a:ext cx="1760278" cy="41148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ACCCA5A3-3748-AA2C-90DD-594EAAFA1B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94286" y="4514850"/>
            <a:ext cx="1003428" cy="1003428"/>
          </a:xfrm>
          <a:prstGeom prst="rect">
            <a:avLst/>
          </a:prstGeom>
        </p:spPr>
      </p:pic>
    </p:spTree>
    <p:extLst>
      <p:ext uri="{BB962C8B-B14F-4D97-AF65-F5344CB8AC3E}">
        <p14:creationId xmlns:p14="http://schemas.microsoft.com/office/powerpoint/2010/main" val="4234105315"/>
      </p:ext>
    </p:extLst>
  </p:cSld>
  <p:clrMapOvr>
    <a:masterClrMapping/>
  </p:clrMapOvr>
</p:sld>
</file>

<file path=ppt/theme/theme1.xml><?xml version="1.0" encoding="utf-8"?>
<a:theme xmlns:a="http://schemas.openxmlformats.org/drawingml/2006/main" name="inh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inha" id="{0591E11C-CCD7-4E42-88D1-D8CFE4DDA414}" vid="{BC67CDBE-AB24-4C6A-9E59-6E318A07EA68}"/>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Office 테마">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inha</Template>
  <TotalTime>1776</TotalTime>
  <Words>1147</Words>
  <Application>Microsoft Office PowerPoint</Application>
  <PresentationFormat>Widescreen</PresentationFormat>
  <Paragraphs>145</Paragraphs>
  <Slides>9</Slides>
  <Notes>8</Notes>
  <HiddenSlides>0</HiddenSlides>
  <MMClips>0</MMClips>
  <ScaleCrop>false</ScaleCrop>
  <HeadingPairs>
    <vt:vector size="6" baseType="variant">
      <vt:variant>
        <vt:lpstr>Fonts Used</vt:lpstr>
      </vt:variant>
      <vt:variant>
        <vt:i4>9</vt:i4>
      </vt:variant>
      <vt:variant>
        <vt:lpstr>Theme</vt:lpstr>
      </vt:variant>
      <vt:variant>
        <vt:i4>3</vt:i4>
      </vt:variant>
      <vt:variant>
        <vt:lpstr>Slide Titles</vt:lpstr>
      </vt:variant>
      <vt:variant>
        <vt:i4>9</vt:i4>
      </vt:variant>
    </vt:vector>
  </HeadingPairs>
  <TitlesOfParts>
    <vt:vector size="21" baseType="lpstr">
      <vt:lpstr>Google Sans Text</vt:lpstr>
      <vt:lpstr>Noto Sans Symbols</vt:lpstr>
      <vt:lpstr>맑은 고딕</vt:lpstr>
      <vt:lpstr>Aptos</vt:lpstr>
      <vt:lpstr>Arial</vt:lpstr>
      <vt:lpstr>Bell MT</vt:lpstr>
      <vt:lpstr>Book Antiqua</vt:lpstr>
      <vt:lpstr>Times New Roman</vt:lpstr>
      <vt:lpstr>Wingdings</vt:lpstr>
      <vt:lpstr>inha</vt:lpstr>
      <vt:lpstr>Office 테마</vt:lpstr>
      <vt:lpstr>1_Office 테마</vt:lpstr>
      <vt:lpstr>Enhancing Sign Language Recognition: A Computationally  Efficient and Interpretable Multi-Modal Approach</vt:lpstr>
      <vt:lpstr>The "Robustness-Efficiency" Gap</vt:lpstr>
      <vt:lpstr>Our Solution – The Doppler-Enhanced Approach</vt:lpstr>
      <vt:lpstr>Methodology – The Multi-Stream Architecture</vt:lpstr>
      <vt:lpstr>Why "Doppler" is Better than Optical Flow</vt:lpstr>
      <vt:lpstr>Experimental Results</vt:lpstr>
      <vt:lpstr>Efficiency &amp; Robustness</vt:lpstr>
      <vt:lpstr>Conclusion &amp; Future Work</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칭기즈투르순바예프</dc:creator>
  <cp:lastModifiedBy>칭기즈투르순바예프</cp:lastModifiedBy>
  <cp:revision>4</cp:revision>
  <dcterms:created xsi:type="dcterms:W3CDTF">2026-01-29T05:27:24Z</dcterms:created>
  <dcterms:modified xsi:type="dcterms:W3CDTF">2026-01-31T10:49:50Z</dcterms:modified>
</cp:coreProperties>
</file>